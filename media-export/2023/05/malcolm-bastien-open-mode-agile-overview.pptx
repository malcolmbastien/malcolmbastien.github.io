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287" r:id="rId3"/>
    <p:sldId id="259" r:id="rId4"/>
    <p:sldId id="261" r:id="rId5"/>
    <p:sldId id="272" r:id="rId6"/>
    <p:sldId id="274" r:id="rId7"/>
    <p:sldId id="275" r:id="rId8"/>
    <p:sldId id="262" r:id="rId9"/>
    <p:sldId id="263" r:id="rId10"/>
    <p:sldId id="265" r:id="rId11"/>
    <p:sldId id="276" r:id="rId12"/>
    <p:sldId id="277" r:id="rId13"/>
    <p:sldId id="279" r:id="rId14"/>
    <p:sldId id="280" r:id="rId15"/>
    <p:sldId id="281" r:id="rId16"/>
    <p:sldId id="282" r:id="rId17"/>
    <p:sldId id="283" r:id="rId18"/>
    <p:sldId id="284" r:id="rId19"/>
    <p:sldId id="278" r:id="rId20"/>
    <p:sldId id="2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Bastien" initials="MB" lastIdx="1" clrIdx="0">
    <p:extLst>
      <p:ext uri="{19B8F6BF-5375-455C-9EA6-DF929625EA0E}">
        <p15:presenceInfo xmlns:p15="http://schemas.microsoft.com/office/powerpoint/2012/main" userId="1bd8c63ad43443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998701-46A3-477B-A145-479EC15AF0E5}" v="2" dt="2023-05-08T17:22:25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36" autoAdjust="0"/>
    <p:restoredTop sz="83072" autoAdjust="0"/>
  </p:normalViewPr>
  <p:slideViewPr>
    <p:cSldViewPr snapToGrid="0">
      <p:cViewPr varScale="1">
        <p:scale>
          <a:sx n="117" d="100"/>
          <a:sy n="117" d="100"/>
        </p:scale>
        <p:origin x="1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colm Bastien" userId="1bd8c63ad43443c2" providerId="LiveId" clId="{37998701-46A3-477B-A145-479EC15AF0E5}"/>
    <pc:docChg chg="custSel delSld modSld">
      <pc:chgData name="Malcolm Bastien" userId="1bd8c63ad43443c2" providerId="LiveId" clId="{37998701-46A3-477B-A145-479EC15AF0E5}" dt="2023-05-08T17:23:13.612" v="30" actId="47"/>
      <pc:docMkLst>
        <pc:docMk/>
      </pc:docMkLst>
      <pc:sldChg chg="modNotesTx">
        <pc:chgData name="Malcolm Bastien" userId="1bd8c63ad43443c2" providerId="LiveId" clId="{37998701-46A3-477B-A145-479EC15AF0E5}" dt="2023-05-08T17:22:37.815" v="9" actId="20577"/>
        <pc:sldMkLst>
          <pc:docMk/>
          <pc:sldMk cId="3120143104" sldId="258"/>
        </pc:sldMkLst>
      </pc:sldChg>
      <pc:sldChg chg="modNotesTx">
        <pc:chgData name="Malcolm Bastien" userId="1bd8c63ad43443c2" providerId="LiveId" clId="{37998701-46A3-477B-A145-479EC15AF0E5}" dt="2023-05-08T17:22:40.415" v="11" actId="20577"/>
        <pc:sldMkLst>
          <pc:docMk/>
          <pc:sldMk cId="1627244710" sldId="259"/>
        </pc:sldMkLst>
      </pc:sldChg>
      <pc:sldChg chg="del">
        <pc:chgData name="Malcolm Bastien" userId="1bd8c63ad43443c2" providerId="LiveId" clId="{37998701-46A3-477B-A145-479EC15AF0E5}" dt="2023-05-08T17:22:04.116" v="3" actId="47"/>
        <pc:sldMkLst>
          <pc:docMk/>
          <pc:sldMk cId="1074828239" sldId="260"/>
        </pc:sldMkLst>
      </pc:sldChg>
      <pc:sldChg chg="modNotesTx">
        <pc:chgData name="Malcolm Bastien" userId="1bd8c63ad43443c2" providerId="LiveId" clId="{37998701-46A3-477B-A145-479EC15AF0E5}" dt="2023-05-08T17:22:48.582" v="15" actId="20577"/>
        <pc:sldMkLst>
          <pc:docMk/>
          <pc:sldMk cId="3557545161" sldId="262"/>
        </pc:sldMkLst>
      </pc:sldChg>
      <pc:sldChg chg="modNotesTx">
        <pc:chgData name="Malcolm Bastien" userId="1bd8c63ad43443c2" providerId="LiveId" clId="{37998701-46A3-477B-A145-479EC15AF0E5}" dt="2023-05-08T17:22:49.742" v="16" actId="20577"/>
        <pc:sldMkLst>
          <pc:docMk/>
          <pc:sldMk cId="2750658902" sldId="263"/>
        </pc:sldMkLst>
      </pc:sldChg>
      <pc:sldChg chg="modNotesTx">
        <pc:chgData name="Malcolm Bastien" userId="1bd8c63ad43443c2" providerId="LiveId" clId="{37998701-46A3-477B-A145-479EC15AF0E5}" dt="2023-05-08T17:22:51.407" v="17" actId="20577"/>
        <pc:sldMkLst>
          <pc:docMk/>
          <pc:sldMk cId="293458030" sldId="265"/>
        </pc:sldMkLst>
      </pc:sldChg>
      <pc:sldChg chg="delSp del mod">
        <pc:chgData name="Malcolm Bastien" userId="1bd8c63ad43443c2" providerId="LiveId" clId="{37998701-46A3-477B-A145-479EC15AF0E5}" dt="2023-05-08T17:22:04.116" v="3" actId="47"/>
        <pc:sldMkLst>
          <pc:docMk/>
          <pc:sldMk cId="3211143247" sldId="266"/>
        </pc:sldMkLst>
        <pc:picChg chg="del">
          <ac:chgData name="Malcolm Bastien" userId="1bd8c63ad43443c2" providerId="LiveId" clId="{37998701-46A3-477B-A145-479EC15AF0E5}" dt="2023-05-08T17:21:57.695" v="1" actId="478"/>
          <ac:picMkLst>
            <pc:docMk/>
            <pc:sldMk cId="3211143247" sldId="266"/>
            <ac:picMk id="5" creationId="{8E529CD7-D176-4C28-9B97-D5F48693332D}"/>
          </ac:picMkLst>
        </pc:picChg>
      </pc:sldChg>
      <pc:sldChg chg="delSp del mod">
        <pc:chgData name="Malcolm Bastien" userId="1bd8c63ad43443c2" providerId="LiveId" clId="{37998701-46A3-477B-A145-479EC15AF0E5}" dt="2023-05-08T17:22:04.116" v="3" actId="47"/>
        <pc:sldMkLst>
          <pc:docMk/>
          <pc:sldMk cId="2513235257" sldId="267"/>
        </pc:sldMkLst>
        <pc:picChg chg="del">
          <ac:chgData name="Malcolm Bastien" userId="1bd8c63ad43443c2" providerId="LiveId" clId="{37998701-46A3-477B-A145-479EC15AF0E5}" dt="2023-05-08T17:21:59.134" v="2" actId="478"/>
          <ac:picMkLst>
            <pc:docMk/>
            <pc:sldMk cId="2513235257" sldId="267"/>
            <ac:picMk id="4" creationId="{E9DDA3A9-F84D-42E4-AA12-DBE3D882C12B}"/>
          </ac:picMkLst>
        </pc:picChg>
      </pc:sldChg>
      <pc:sldChg chg="del">
        <pc:chgData name="Malcolm Bastien" userId="1bd8c63ad43443c2" providerId="LiveId" clId="{37998701-46A3-477B-A145-479EC15AF0E5}" dt="2023-05-08T17:22:04.116" v="3" actId="47"/>
        <pc:sldMkLst>
          <pc:docMk/>
          <pc:sldMk cId="184258786" sldId="268"/>
        </pc:sldMkLst>
      </pc:sldChg>
      <pc:sldChg chg="delSp del mod">
        <pc:chgData name="Malcolm Bastien" userId="1bd8c63ad43443c2" providerId="LiveId" clId="{37998701-46A3-477B-A145-479EC15AF0E5}" dt="2023-05-08T17:22:04.116" v="3" actId="47"/>
        <pc:sldMkLst>
          <pc:docMk/>
          <pc:sldMk cId="208703239" sldId="269"/>
        </pc:sldMkLst>
        <pc:picChg chg="del">
          <ac:chgData name="Malcolm Bastien" userId="1bd8c63ad43443c2" providerId="LiveId" clId="{37998701-46A3-477B-A145-479EC15AF0E5}" dt="2023-05-08T17:21:56.001" v="0" actId="478"/>
          <ac:picMkLst>
            <pc:docMk/>
            <pc:sldMk cId="208703239" sldId="269"/>
            <ac:picMk id="4" creationId="{D0DFA4F5-3540-4065-827F-53EB71BF6903}"/>
          </ac:picMkLst>
        </pc:picChg>
      </pc:sldChg>
      <pc:sldChg chg="del">
        <pc:chgData name="Malcolm Bastien" userId="1bd8c63ad43443c2" providerId="LiveId" clId="{37998701-46A3-477B-A145-479EC15AF0E5}" dt="2023-05-08T17:22:04.116" v="3" actId="47"/>
        <pc:sldMkLst>
          <pc:docMk/>
          <pc:sldMk cId="3835845749" sldId="270"/>
        </pc:sldMkLst>
      </pc:sldChg>
      <pc:sldChg chg="del">
        <pc:chgData name="Malcolm Bastien" userId="1bd8c63ad43443c2" providerId="LiveId" clId="{37998701-46A3-477B-A145-479EC15AF0E5}" dt="2023-05-08T17:22:04.116" v="3" actId="47"/>
        <pc:sldMkLst>
          <pc:docMk/>
          <pc:sldMk cId="4015582410" sldId="271"/>
        </pc:sldMkLst>
      </pc:sldChg>
      <pc:sldChg chg="modNotesTx">
        <pc:chgData name="Malcolm Bastien" userId="1bd8c63ad43443c2" providerId="LiveId" clId="{37998701-46A3-477B-A145-479EC15AF0E5}" dt="2023-05-08T17:22:44.232" v="12" actId="20577"/>
        <pc:sldMkLst>
          <pc:docMk/>
          <pc:sldMk cId="2202730342" sldId="272"/>
        </pc:sldMkLst>
      </pc:sldChg>
      <pc:sldChg chg="modNotesTx">
        <pc:chgData name="Malcolm Bastien" userId="1bd8c63ad43443c2" providerId="LiveId" clId="{37998701-46A3-477B-A145-479EC15AF0E5}" dt="2023-05-08T17:22:45.296" v="13" actId="20577"/>
        <pc:sldMkLst>
          <pc:docMk/>
          <pc:sldMk cId="3993663670" sldId="274"/>
        </pc:sldMkLst>
      </pc:sldChg>
      <pc:sldChg chg="modNotesTx">
        <pc:chgData name="Malcolm Bastien" userId="1bd8c63ad43443c2" providerId="LiveId" clId="{37998701-46A3-477B-A145-479EC15AF0E5}" dt="2023-05-08T17:22:46.535" v="14" actId="20577"/>
        <pc:sldMkLst>
          <pc:docMk/>
          <pc:sldMk cId="2864246294" sldId="275"/>
        </pc:sldMkLst>
      </pc:sldChg>
      <pc:sldChg chg="modNotesTx">
        <pc:chgData name="Malcolm Bastien" userId="1bd8c63ad43443c2" providerId="LiveId" clId="{37998701-46A3-477B-A145-479EC15AF0E5}" dt="2023-05-08T17:22:52.576" v="18" actId="20577"/>
        <pc:sldMkLst>
          <pc:docMk/>
          <pc:sldMk cId="3814679696" sldId="276"/>
        </pc:sldMkLst>
      </pc:sldChg>
      <pc:sldChg chg="modNotesTx">
        <pc:chgData name="Malcolm Bastien" userId="1bd8c63ad43443c2" providerId="LiveId" clId="{37998701-46A3-477B-A145-479EC15AF0E5}" dt="2023-05-08T17:22:54.402" v="19" actId="20577"/>
        <pc:sldMkLst>
          <pc:docMk/>
          <pc:sldMk cId="1000713409" sldId="277"/>
        </pc:sldMkLst>
      </pc:sldChg>
      <pc:sldChg chg="modNotesTx">
        <pc:chgData name="Malcolm Bastien" userId="1bd8c63ad43443c2" providerId="LiveId" clId="{37998701-46A3-477B-A145-479EC15AF0E5}" dt="2023-05-08T17:23:05.471" v="26" actId="20577"/>
        <pc:sldMkLst>
          <pc:docMk/>
          <pc:sldMk cId="244284885" sldId="278"/>
        </pc:sldMkLst>
      </pc:sldChg>
      <pc:sldChg chg="modNotesTx">
        <pc:chgData name="Malcolm Bastien" userId="1bd8c63ad43443c2" providerId="LiveId" clId="{37998701-46A3-477B-A145-479EC15AF0E5}" dt="2023-05-08T17:22:56.383" v="20" actId="20577"/>
        <pc:sldMkLst>
          <pc:docMk/>
          <pc:sldMk cId="1192998419" sldId="279"/>
        </pc:sldMkLst>
      </pc:sldChg>
      <pc:sldChg chg="modNotesTx">
        <pc:chgData name="Malcolm Bastien" userId="1bd8c63ad43443c2" providerId="LiveId" clId="{37998701-46A3-477B-A145-479EC15AF0E5}" dt="2023-05-08T17:22:57.896" v="21" actId="20577"/>
        <pc:sldMkLst>
          <pc:docMk/>
          <pc:sldMk cId="3282014276" sldId="280"/>
        </pc:sldMkLst>
      </pc:sldChg>
      <pc:sldChg chg="modNotesTx">
        <pc:chgData name="Malcolm Bastien" userId="1bd8c63ad43443c2" providerId="LiveId" clId="{37998701-46A3-477B-A145-479EC15AF0E5}" dt="2023-05-08T17:22:59.743" v="22" actId="20577"/>
        <pc:sldMkLst>
          <pc:docMk/>
          <pc:sldMk cId="1273052466" sldId="281"/>
        </pc:sldMkLst>
      </pc:sldChg>
      <pc:sldChg chg="modNotesTx">
        <pc:chgData name="Malcolm Bastien" userId="1bd8c63ad43443c2" providerId="LiveId" clId="{37998701-46A3-477B-A145-479EC15AF0E5}" dt="2023-05-08T17:23:01.152" v="23" actId="20577"/>
        <pc:sldMkLst>
          <pc:docMk/>
          <pc:sldMk cId="2823600389" sldId="282"/>
        </pc:sldMkLst>
      </pc:sldChg>
      <pc:sldChg chg="modNotesTx">
        <pc:chgData name="Malcolm Bastien" userId="1bd8c63ad43443c2" providerId="LiveId" clId="{37998701-46A3-477B-A145-479EC15AF0E5}" dt="2023-05-08T17:23:02.695" v="24" actId="20577"/>
        <pc:sldMkLst>
          <pc:docMk/>
          <pc:sldMk cId="1916002267" sldId="283"/>
        </pc:sldMkLst>
      </pc:sldChg>
      <pc:sldChg chg="modNotesTx">
        <pc:chgData name="Malcolm Bastien" userId="1bd8c63ad43443c2" providerId="LiveId" clId="{37998701-46A3-477B-A145-479EC15AF0E5}" dt="2023-05-08T17:23:03.823" v="25" actId="20577"/>
        <pc:sldMkLst>
          <pc:docMk/>
          <pc:sldMk cId="3089406670" sldId="284"/>
        </pc:sldMkLst>
      </pc:sldChg>
      <pc:sldChg chg="modNotesTx">
        <pc:chgData name="Malcolm Bastien" userId="1bd8c63ad43443c2" providerId="LiveId" clId="{37998701-46A3-477B-A145-479EC15AF0E5}" dt="2023-05-08T17:23:06.593" v="27" actId="20577"/>
        <pc:sldMkLst>
          <pc:docMk/>
          <pc:sldMk cId="1031794218" sldId="286"/>
        </pc:sldMkLst>
      </pc:sldChg>
      <pc:sldChg chg="delSp modSp mod modNotesTx">
        <pc:chgData name="Malcolm Bastien" userId="1bd8c63ad43443c2" providerId="LiveId" clId="{37998701-46A3-477B-A145-479EC15AF0E5}" dt="2023-05-08T17:22:39.161" v="10" actId="20577"/>
        <pc:sldMkLst>
          <pc:docMk/>
          <pc:sldMk cId="3622831750" sldId="287"/>
        </pc:sldMkLst>
        <pc:picChg chg="del">
          <ac:chgData name="Malcolm Bastien" userId="1bd8c63ad43443c2" providerId="LiveId" clId="{37998701-46A3-477B-A145-479EC15AF0E5}" dt="2023-05-08T17:22:09.151" v="6" actId="478"/>
          <ac:picMkLst>
            <pc:docMk/>
            <pc:sldMk cId="3622831750" sldId="287"/>
            <ac:picMk id="5" creationId="{FC7E71BA-9911-4602-9FC3-DCA5789D7FD5}"/>
          </ac:picMkLst>
        </pc:picChg>
        <pc:picChg chg="mod">
          <ac:chgData name="Malcolm Bastien" userId="1bd8c63ad43443c2" providerId="LiveId" clId="{37998701-46A3-477B-A145-479EC15AF0E5}" dt="2023-05-08T17:22:24.178" v="7" actId="1076"/>
          <ac:picMkLst>
            <pc:docMk/>
            <pc:sldMk cId="3622831750" sldId="287"/>
            <ac:picMk id="9" creationId="{C5D1C3B4-57DD-4778-A9B1-FF7038B71629}"/>
          </ac:picMkLst>
        </pc:picChg>
        <pc:picChg chg="del">
          <ac:chgData name="Malcolm Bastien" userId="1bd8c63ad43443c2" providerId="LiveId" clId="{37998701-46A3-477B-A145-479EC15AF0E5}" dt="2023-05-08T17:22:08.718" v="5" actId="478"/>
          <ac:picMkLst>
            <pc:docMk/>
            <pc:sldMk cId="3622831750" sldId="287"/>
            <ac:picMk id="14" creationId="{5DCC23AC-0EC6-490F-8840-09E916015B45}"/>
          </ac:picMkLst>
        </pc:picChg>
        <pc:picChg chg="del">
          <ac:chgData name="Malcolm Bastien" userId="1bd8c63ad43443c2" providerId="LiveId" clId="{37998701-46A3-477B-A145-479EC15AF0E5}" dt="2023-05-08T17:22:07.233" v="4" actId="478"/>
          <ac:picMkLst>
            <pc:docMk/>
            <pc:sldMk cId="3622831750" sldId="287"/>
            <ac:picMk id="1026" creationId="{4CE63074-EB0F-4DC7-9E60-626718006B9C}"/>
          </ac:picMkLst>
        </pc:picChg>
        <pc:picChg chg="mod">
          <ac:chgData name="Malcolm Bastien" userId="1bd8c63ad43443c2" providerId="LiveId" clId="{37998701-46A3-477B-A145-479EC15AF0E5}" dt="2023-05-08T17:22:25.957" v="8" actId="1076"/>
          <ac:picMkLst>
            <pc:docMk/>
            <pc:sldMk cId="3622831750" sldId="287"/>
            <ac:picMk id="1030" creationId="{E932BEB3-2F77-4A46-82E7-D82A17C9D24A}"/>
          </ac:picMkLst>
        </pc:picChg>
      </pc:sldChg>
      <pc:sldChg chg="modSp del mod modNotesTx">
        <pc:chgData name="Malcolm Bastien" userId="1bd8c63ad43443c2" providerId="LiveId" clId="{37998701-46A3-477B-A145-479EC15AF0E5}" dt="2023-05-08T17:23:13.612" v="30" actId="47"/>
        <pc:sldMkLst>
          <pc:docMk/>
          <pc:sldMk cId="2520276063" sldId="288"/>
        </pc:sldMkLst>
        <pc:spChg chg="mod">
          <ac:chgData name="Malcolm Bastien" userId="1bd8c63ad43443c2" providerId="LiveId" clId="{37998701-46A3-477B-A145-479EC15AF0E5}" dt="2023-05-08T17:23:11.938" v="29" actId="20577"/>
          <ac:spMkLst>
            <pc:docMk/>
            <pc:sldMk cId="2520276063" sldId="288"/>
            <ac:spMk id="3" creationId="{EFAD7518-4361-4312-B755-655DA94FD820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1B82F4-0352-486F-9C71-C2E02D4A89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4661AF-BD0D-4B86-8C17-76F310300177}">
      <dgm:prSet/>
      <dgm:spPr/>
      <dgm:t>
        <a:bodyPr/>
        <a:lstStyle/>
        <a:p>
          <a:r>
            <a:rPr lang="en-US" b="0" i="0" dirty="0"/>
            <a:t>“True agility means that teams are constantly working to evolve their processes”</a:t>
          </a:r>
          <a:endParaRPr lang="en-US" dirty="0"/>
        </a:p>
      </dgm:t>
    </dgm:pt>
    <dgm:pt modelId="{4D0ABE21-1811-404B-965B-023A5123DCDE}" type="parTrans" cxnId="{E7C58DA7-8D21-4D9F-9751-30B83B31D46D}">
      <dgm:prSet/>
      <dgm:spPr/>
      <dgm:t>
        <a:bodyPr/>
        <a:lstStyle/>
        <a:p>
          <a:endParaRPr lang="en-US"/>
        </a:p>
      </dgm:t>
    </dgm:pt>
    <dgm:pt modelId="{C75168BE-E7A0-46C6-A721-9AA5B08ED305}" type="sibTrans" cxnId="{E7C58DA7-8D21-4D9F-9751-30B83B31D46D}">
      <dgm:prSet/>
      <dgm:spPr/>
      <dgm:t>
        <a:bodyPr/>
        <a:lstStyle/>
        <a:p>
          <a:endParaRPr lang="en-US"/>
        </a:p>
      </dgm:t>
    </dgm:pt>
    <dgm:pt modelId="{241BBFED-28F2-4A4C-968F-A71C27420CB2}">
      <dgm:prSet/>
      <dgm:spPr/>
      <dgm:t>
        <a:bodyPr/>
        <a:lstStyle/>
        <a:p>
          <a:r>
            <a:rPr lang="en-US" b="0" i="0" dirty="0"/>
            <a:t>“The true essence of Agile is the concept of moving forward with imperfect information”</a:t>
          </a:r>
          <a:endParaRPr lang="en-US" dirty="0"/>
        </a:p>
      </dgm:t>
    </dgm:pt>
    <dgm:pt modelId="{F11F6A48-EBB3-47CB-8310-F5A49FE0BFEF}" type="parTrans" cxnId="{5178ED81-C7AD-4D73-97FF-309743F739B9}">
      <dgm:prSet/>
      <dgm:spPr/>
      <dgm:t>
        <a:bodyPr/>
        <a:lstStyle/>
        <a:p>
          <a:endParaRPr lang="en-US"/>
        </a:p>
      </dgm:t>
    </dgm:pt>
    <dgm:pt modelId="{DD374398-408F-4541-8E09-9AC7A87F6E07}" type="sibTrans" cxnId="{5178ED81-C7AD-4D73-97FF-309743F739B9}">
      <dgm:prSet/>
      <dgm:spPr/>
      <dgm:t>
        <a:bodyPr/>
        <a:lstStyle/>
        <a:p>
          <a:endParaRPr lang="en-US"/>
        </a:p>
      </dgm:t>
    </dgm:pt>
    <dgm:pt modelId="{20067B53-0468-4DD7-B4E4-92D2170802B5}">
      <dgm:prSet/>
      <dgm:spPr/>
      <dgm:t>
        <a:bodyPr/>
        <a:lstStyle/>
        <a:p>
          <a:r>
            <a:rPr lang="en-CA" b="0" i="0" dirty="0"/>
            <a:t>“Agile means embracing manifesto values”</a:t>
          </a:r>
          <a:endParaRPr lang="en-US" dirty="0"/>
        </a:p>
      </dgm:t>
    </dgm:pt>
    <dgm:pt modelId="{99FBA8E0-1261-47B3-8625-DC9A0B5EA7DC}" type="parTrans" cxnId="{23CCBE5A-5D24-40A3-9F8F-E4AB59B8771F}">
      <dgm:prSet/>
      <dgm:spPr/>
      <dgm:t>
        <a:bodyPr/>
        <a:lstStyle/>
        <a:p>
          <a:endParaRPr lang="en-US"/>
        </a:p>
      </dgm:t>
    </dgm:pt>
    <dgm:pt modelId="{692DF79E-B996-4299-B931-A62E250BD45D}" type="sibTrans" cxnId="{23CCBE5A-5D24-40A3-9F8F-E4AB59B8771F}">
      <dgm:prSet/>
      <dgm:spPr/>
      <dgm:t>
        <a:bodyPr/>
        <a:lstStyle/>
        <a:p>
          <a:endParaRPr lang="en-US"/>
        </a:p>
      </dgm:t>
    </dgm:pt>
    <dgm:pt modelId="{088C2F39-0E80-4816-A87C-230E84426596}">
      <dgm:prSet/>
      <dgm:spPr/>
      <dgm:t>
        <a:bodyPr/>
        <a:lstStyle/>
        <a:p>
          <a:r>
            <a:rPr lang="en-CA" b="0" i="0" dirty="0"/>
            <a:t>“Agile is about continuous improvement”</a:t>
          </a:r>
          <a:endParaRPr lang="en-US" dirty="0"/>
        </a:p>
      </dgm:t>
    </dgm:pt>
    <dgm:pt modelId="{47F20259-4643-4A42-AD1C-430CA7AB129B}" type="parTrans" cxnId="{BA862AC1-6876-4413-B624-D4598344A9CC}">
      <dgm:prSet/>
      <dgm:spPr/>
      <dgm:t>
        <a:bodyPr/>
        <a:lstStyle/>
        <a:p>
          <a:endParaRPr lang="en-US"/>
        </a:p>
      </dgm:t>
    </dgm:pt>
    <dgm:pt modelId="{C6D2CFA8-542B-4834-81BD-4C3BA9ECECBC}" type="sibTrans" cxnId="{BA862AC1-6876-4413-B624-D4598344A9CC}">
      <dgm:prSet/>
      <dgm:spPr/>
      <dgm:t>
        <a:bodyPr/>
        <a:lstStyle/>
        <a:p>
          <a:endParaRPr lang="en-US"/>
        </a:p>
      </dgm:t>
    </dgm:pt>
    <dgm:pt modelId="{C41C9C0F-0327-491A-BFBC-762B3FE3E00E}" type="pres">
      <dgm:prSet presAssocID="{871B82F4-0352-486F-9C71-C2E02D4A89B8}" presName="linear" presStyleCnt="0">
        <dgm:presLayoutVars>
          <dgm:animLvl val="lvl"/>
          <dgm:resizeHandles val="exact"/>
        </dgm:presLayoutVars>
      </dgm:prSet>
      <dgm:spPr/>
    </dgm:pt>
    <dgm:pt modelId="{BEC3C386-7C26-4338-BE98-2391839A27F8}" type="pres">
      <dgm:prSet presAssocID="{324661AF-BD0D-4B86-8C17-76F3103001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C5768E-768B-453E-BD7B-7F538B54034C}" type="pres">
      <dgm:prSet presAssocID="{C75168BE-E7A0-46C6-A721-9AA5B08ED305}" presName="spacer" presStyleCnt="0"/>
      <dgm:spPr/>
    </dgm:pt>
    <dgm:pt modelId="{8805187B-B507-4671-89C7-5C4D0B3173CC}" type="pres">
      <dgm:prSet presAssocID="{241BBFED-28F2-4A4C-968F-A71C27420C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C8EAFC-C43C-4E4E-AE5E-4C1C2D8829D5}" type="pres">
      <dgm:prSet presAssocID="{DD374398-408F-4541-8E09-9AC7A87F6E07}" presName="spacer" presStyleCnt="0"/>
      <dgm:spPr/>
    </dgm:pt>
    <dgm:pt modelId="{4164F9C6-43B6-4F60-84BC-0C3BEBDCF479}" type="pres">
      <dgm:prSet presAssocID="{20067B53-0468-4DD7-B4E4-92D2170802B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FC1AFCE-EB11-4B15-8B48-5CF6D27E9DB3}" type="pres">
      <dgm:prSet presAssocID="{692DF79E-B996-4299-B931-A62E250BD45D}" presName="spacer" presStyleCnt="0"/>
      <dgm:spPr/>
    </dgm:pt>
    <dgm:pt modelId="{42A814DE-F1BC-409D-A311-6A11E67443A5}" type="pres">
      <dgm:prSet presAssocID="{088C2F39-0E80-4816-A87C-230E8442659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F6F174A-8368-4372-B67B-328A5F6916FD}" type="presOf" srcId="{871B82F4-0352-486F-9C71-C2E02D4A89B8}" destId="{C41C9C0F-0327-491A-BFBC-762B3FE3E00E}" srcOrd="0" destOrd="0" presId="urn:microsoft.com/office/officeart/2005/8/layout/vList2"/>
    <dgm:cxn modelId="{88BBBB78-01E4-49B8-9F00-858750F71E4E}" type="presOf" srcId="{324661AF-BD0D-4B86-8C17-76F310300177}" destId="{BEC3C386-7C26-4338-BE98-2391839A27F8}" srcOrd="0" destOrd="0" presId="urn:microsoft.com/office/officeart/2005/8/layout/vList2"/>
    <dgm:cxn modelId="{23CCBE5A-5D24-40A3-9F8F-E4AB59B8771F}" srcId="{871B82F4-0352-486F-9C71-C2E02D4A89B8}" destId="{20067B53-0468-4DD7-B4E4-92D2170802B5}" srcOrd="2" destOrd="0" parTransId="{99FBA8E0-1261-47B3-8625-DC9A0B5EA7DC}" sibTransId="{692DF79E-B996-4299-B931-A62E250BD45D}"/>
    <dgm:cxn modelId="{5178ED81-C7AD-4D73-97FF-309743F739B9}" srcId="{871B82F4-0352-486F-9C71-C2E02D4A89B8}" destId="{241BBFED-28F2-4A4C-968F-A71C27420CB2}" srcOrd="1" destOrd="0" parTransId="{F11F6A48-EBB3-47CB-8310-F5A49FE0BFEF}" sibTransId="{DD374398-408F-4541-8E09-9AC7A87F6E07}"/>
    <dgm:cxn modelId="{E79B8C82-229A-433A-A92C-3358CDCDB1AC}" type="presOf" srcId="{088C2F39-0E80-4816-A87C-230E84426596}" destId="{42A814DE-F1BC-409D-A311-6A11E67443A5}" srcOrd="0" destOrd="0" presId="urn:microsoft.com/office/officeart/2005/8/layout/vList2"/>
    <dgm:cxn modelId="{75072388-EFBE-4A7A-B8F3-82EF89F507BB}" type="presOf" srcId="{241BBFED-28F2-4A4C-968F-A71C27420CB2}" destId="{8805187B-B507-4671-89C7-5C4D0B3173CC}" srcOrd="0" destOrd="0" presId="urn:microsoft.com/office/officeart/2005/8/layout/vList2"/>
    <dgm:cxn modelId="{C1F39695-4498-4C6E-8892-8B72AF437300}" type="presOf" srcId="{20067B53-0468-4DD7-B4E4-92D2170802B5}" destId="{4164F9C6-43B6-4F60-84BC-0C3BEBDCF479}" srcOrd="0" destOrd="0" presId="urn:microsoft.com/office/officeart/2005/8/layout/vList2"/>
    <dgm:cxn modelId="{E7C58DA7-8D21-4D9F-9751-30B83B31D46D}" srcId="{871B82F4-0352-486F-9C71-C2E02D4A89B8}" destId="{324661AF-BD0D-4B86-8C17-76F310300177}" srcOrd="0" destOrd="0" parTransId="{4D0ABE21-1811-404B-965B-023A5123DCDE}" sibTransId="{C75168BE-E7A0-46C6-A721-9AA5B08ED305}"/>
    <dgm:cxn modelId="{BA862AC1-6876-4413-B624-D4598344A9CC}" srcId="{871B82F4-0352-486F-9C71-C2E02D4A89B8}" destId="{088C2F39-0E80-4816-A87C-230E84426596}" srcOrd="3" destOrd="0" parTransId="{47F20259-4643-4A42-AD1C-430CA7AB129B}" sibTransId="{C6D2CFA8-542B-4834-81BD-4C3BA9ECECBC}"/>
    <dgm:cxn modelId="{94F92E34-01AB-4A09-B318-3C7F6B500AA5}" type="presParOf" srcId="{C41C9C0F-0327-491A-BFBC-762B3FE3E00E}" destId="{BEC3C386-7C26-4338-BE98-2391839A27F8}" srcOrd="0" destOrd="0" presId="urn:microsoft.com/office/officeart/2005/8/layout/vList2"/>
    <dgm:cxn modelId="{FE6D2795-43B6-4B59-92EE-71CB9EB9D63B}" type="presParOf" srcId="{C41C9C0F-0327-491A-BFBC-762B3FE3E00E}" destId="{BBC5768E-768B-453E-BD7B-7F538B54034C}" srcOrd="1" destOrd="0" presId="urn:microsoft.com/office/officeart/2005/8/layout/vList2"/>
    <dgm:cxn modelId="{F2F67729-3B30-4365-8CB8-BF2D1BB43B93}" type="presParOf" srcId="{C41C9C0F-0327-491A-BFBC-762B3FE3E00E}" destId="{8805187B-B507-4671-89C7-5C4D0B3173CC}" srcOrd="2" destOrd="0" presId="urn:microsoft.com/office/officeart/2005/8/layout/vList2"/>
    <dgm:cxn modelId="{9445F223-6EB0-409D-A1D9-E6831898F5CC}" type="presParOf" srcId="{C41C9C0F-0327-491A-BFBC-762B3FE3E00E}" destId="{72C8EAFC-C43C-4E4E-AE5E-4C1C2D8829D5}" srcOrd="3" destOrd="0" presId="urn:microsoft.com/office/officeart/2005/8/layout/vList2"/>
    <dgm:cxn modelId="{8C2748C5-1B82-4B2D-9CCA-7ED97401846C}" type="presParOf" srcId="{C41C9C0F-0327-491A-BFBC-762B3FE3E00E}" destId="{4164F9C6-43B6-4F60-84BC-0C3BEBDCF479}" srcOrd="4" destOrd="0" presId="urn:microsoft.com/office/officeart/2005/8/layout/vList2"/>
    <dgm:cxn modelId="{B11240AD-1132-4F9F-8EA6-8A5508DBD470}" type="presParOf" srcId="{C41C9C0F-0327-491A-BFBC-762B3FE3E00E}" destId="{1FC1AFCE-EB11-4B15-8B48-5CF6D27E9DB3}" srcOrd="5" destOrd="0" presId="urn:microsoft.com/office/officeart/2005/8/layout/vList2"/>
    <dgm:cxn modelId="{6F5C7354-2BBF-43BB-9F5A-B7305318AF4A}" type="presParOf" srcId="{C41C9C0F-0327-491A-BFBC-762B3FE3E00E}" destId="{42A814DE-F1BC-409D-A311-6A11E67443A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4180BC-99A6-44F5-93CE-96AC776A970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D4D7B3-669B-463B-BF76-1C03DFD09C1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Principles</a:t>
          </a:r>
          <a:endParaRPr lang="en-US"/>
        </a:p>
      </dgm:t>
    </dgm:pt>
    <dgm:pt modelId="{33B9246E-7B4E-4401-AEEA-D0A00A6155C8}" type="parTrans" cxnId="{A8B1CE22-BD61-4B14-BBAF-B84A55F0F77E}">
      <dgm:prSet/>
      <dgm:spPr/>
      <dgm:t>
        <a:bodyPr/>
        <a:lstStyle/>
        <a:p>
          <a:endParaRPr lang="en-US"/>
        </a:p>
      </dgm:t>
    </dgm:pt>
    <dgm:pt modelId="{378F6432-46F5-48D5-B6DD-C6D46B70B8F0}" type="sibTrans" cxnId="{A8B1CE22-BD61-4B14-BBAF-B84A55F0F77E}">
      <dgm:prSet/>
      <dgm:spPr/>
      <dgm:t>
        <a:bodyPr/>
        <a:lstStyle/>
        <a:p>
          <a:endParaRPr lang="en-US"/>
        </a:p>
      </dgm:t>
    </dgm:pt>
    <dgm:pt modelId="{466D48B5-354D-43B2-871E-F6B663D0878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Incremental &amp; Iterative</a:t>
          </a:r>
          <a:endParaRPr lang="en-US"/>
        </a:p>
      </dgm:t>
    </dgm:pt>
    <dgm:pt modelId="{23D8A865-C299-4B3C-A503-6DB40ED55082}" type="parTrans" cxnId="{E2568B08-D028-4003-994C-07A6E98AA91F}">
      <dgm:prSet/>
      <dgm:spPr/>
      <dgm:t>
        <a:bodyPr/>
        <a:lstStyle/>
        <a:p>
          <a:endParaRPr lang="en-US"/>
        </a:p>
      </dgm:t>
    </dgm:pt>
    <dgm:pt modelId="{9586917B-849A-418D-A266-7C974E504035}" type="sibTrans" cxnId="{E2568B08-D028-4003-994C-07A6E98AA91F}">
      <dgm:prSet/>
      <dgm:spPr/>
      <dgm:t>
        <a:bodyPr/>
        <a:lstStyle/>
        <a:p>
          <a:endParaRPr lang="en-US"/>
        </a:p>
      </dgm:t>
    </dgm:pt>
    <dgm:pt modelId="{B9D3ED01-CA44-4961-A567-102F18263D3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Embracing Failure</a:t>
          </a:r>
          <a:endParaRPr lang="en-US"/>
        </a:p>
      </dgm:t>
    </dgm:pt>
    <dgm:pt modelId="{A15DA43F-7936-4BBF-8452-0AC7876BF317}" type="parTrans" cxnId="{F944DA2E-0CBC-4431-BB15-ACE294B0A58D}">
      <dgm:prSet/>
      <dgm:spPr/>
      <dgm:t>
        <a:bodyPr/>
        <a:lstStyle/>
        <a:p>
          <a:endParaRPr lang="en-US"/>
        </a:p>
      </dgm:t>
    </dgm:pt>
    <dgm:pt modelId="{A6DE08EC-6EDC-4304-9C1B-59352C0CE23E}" type="sibTrans" cxnId="{F944DA2E-0CBC-4431-BB15-ACE294B0A58D}">
      <dgm:prSet/>
      <dgm:spPr/>
      <dgm:t>
        <a:bodyPr/>
        <a:lstStyle/>
        <a:p>
          <a:endParaRPr lang="en-US"/>
        </a:p>
      </dgm:t>
    </dgm:pt>
    <dgm:pt modelId="{9FB4EBC4-4B08-4284-99FE-F36C42A0FDAB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Effective Teams</a:t>
          </a:r>
          <a:endParaRPr lang="en-US"/>
        </a:p>
      </dgm:t>
    </dgm:pt>
    <dgm:pt modelId="{780EC4D9-34FC-48A2-9CF3-321EAD664B62}" type="parTrans" cxnId="{9B9FCE06-003F-46FF-A166-F3418968499D}">
      <dgm:prSet/>
      <dgm:spPr/>
      <dgm:t>
        <a:bodyPr/>
        <a:lstStyle/>
        <a:p>
          <a:endParaRPr lang="en-US"/>
        </a:p>
      </dgm:t>
    </dgm:pt>
    <dgm:pt modelId="{035DB053-7027-4EFE-B6E2-E992C2362C69}" type="sibTrans" cxnId="{9B9FCE06-003F-46FF-A166-F3418968499D}">
      <dgm:prSet/>
      <dgm:spPr/>
      <dgm:t>
        <a:bodyPr/>
        <a:lstStyle/>
        <a:p>
          <a:endParaRPr lang="en-US"/>
        </a:p>
      </dgm:t>
    </dgm:pt>
    <dgm:pt modelId="{2C3F4BC0-7F7A-4D78-AA1C-59530DD6D53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Leadership &amp; Purpose</a:t>
          </a:r>
          <a:endParaRPr lang="en-US"/>
        </a:p>
      </dgm:t>
    </dgm:pt>
    <dgm:pt modelId="{915D6E12-CB0A-4FD2-B0B1-389BAF2D405C}" type="parTrans" cxnId="{0E564660-0A47-42DE-AC2C-B233BE11FB02}">
      <dgm:prSet/>
      <dgm:spPr/>
      <dgm:t>
        <a:bodyPr/>
        <a:lstStyle/>
        <a:p>
          <a:endParaRPr lang="en-US"/>
        </a:p>
      </dgm:t>
    </dgm:pt>
    <dgm:pt modelId="{759B2419-2A7A-4FC0-97C5-CE3E63B64410}" type="sibTrans" cxnId="{0E564660-0A47-42DE-AC2C-B233BE11FB02}">
      <dgm:prSet/>
      <dgm:spPr/>
      <dgm:t>
        <a:bodyPr/>
        <a:lstStyle/>
        <a:p>
          <a:endParaRPr lang="en-US"/>
        </a:p>
      </dgm:t>
    </dgm:pt>
    <dgm:pt modelId="{6006A875-7BF5-49F2-9DF2-3EB68E4E4BCC}" type="pres">
      <dgm:prSet presAssocID="{F34180BC-99A6-44F5-93CE-96AC776A970F}" presName="root" presStyleCnt="0">
        <dgm:presLayoutVars>
          <dgm:dir/>
          <dgm:resizeHandles val="exact"/>
        </dgm:presLayoutVars>
      </dgm:prSet>
      <dgm:spPr/>
    </dgm:pt>
    <dgm:pt modelId="{4C46D14D-F17E-4BD0-869A-A255A9067C30}" type="pres">
      <dgm:prSet presAssocID="{90D4D7B3-669B-463B-BF76-1C03DFD09C16}" presName="compNode" presStyleCnt="0"/>
      <dgm:spPr/>
    </dgm:pt>
    <dgm:pt modelId="{F2149D62-526F-44D1-A2EB-262A7021DF1A}" type="pres">
      <dgm:prSet presAssocID="{90D4D7B3-669B-463B-BF76-1C03DFD09C1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404A01D-9F4F-4D71-AB47-E2E19E9D9975}" type="pres">
      <dgm:prSet presAssocID="{90D4D7B3-669B-463B-BF76-1C03DFD09C16}" presName="spaceRect" presStyleCnt="0"/>
      <dgm:spPr/>
    </dgm:pt>
    <dgm:pt modelId="{B61AA76F-FC65-4C4C-9CDC-B2A8F8CE8946}" type="pres">
      <dgm:prSet presAssocID="{90D4D7B3-669B-463B-BF76-1C03DFD09C16}" presName="textRect" presStyleLbl="revTx" presStyleIdx="0" presStyleCnt="5">
        <dgm:presLayoutVars>
          <dgm:chMax val="1"/>
          <dgm:chPref val="1"/>
        </dgm:presLayoutVars>
      </dgm:prSet>
      <dgm:spPr/>
    </dgm:pt>
    <dgm:pt modelId="{8557DA95-23A5-4B13-B2D5-4405CDDD529D}" type="pres">
      <dgm:prSet presAssocID="{378F6432-46F5-48D5-B6DD-C6D46B70B8F0}" presName="sibTrans" presStyleCnt="0"/>
      <dgm:spPr/>
    </dgm:pt>
    <dgm:pt modelId="{BC166832-2628-4A0F-9F3C-9AFE6CCEA10F}" type="pres">
      <dgm:prSet presAssocID="{466D48B5-354D-43B2-871E-F6B663D08782}" presName="compNode" presStyleCnt="0"/>
      <dgm:spPr/>
    </dgm:pt>
    <dgm:pt modelId="{F671DB80-D219-4E6E-A9E5-3912353F89B0}" type="pres">
      <dgm:prSet presAssocID="{466D48B5-354D-43B2-871E-F6B663D0878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D9AE1564-2862-4EB8-9615-7CDCEB6C5FCD}" type="pres">
      <dgm:prSet presAssocID="{466D48B5-354D-43B2-871E-F6B663D08782}" presName="spaceRect" presStyleCnt="0"/>
      <dgm:spPr/>
    </dgm:pt>
    <dgm:pt modelId="{4F8C2B38-9914-43B0-A268-D19E548B4B20}" type="pres">
      <dgm:prSet presAssocID="{466D48B5-354D-43B2-871E-F6B663D08782}" presName="textRect" presStyleLbl="revTx" presStyleIdx="1" presStyleCnt="5">
        <dgm:presLayoutVars>
          <dgm:chMax val="1"/>
          <dgm:chPref val="1"/>
        </dgm:presLayoutVars>
      </dgm:prSet>
      <dgm:spPr/>
    </dgm:pt>
    <dgm:pt modelId="{3FA03EB1-3F74-408B-AD0A-0E2C9CAEEA7C}" type="pres">
      <dgm:prSet presAssocID="{9586917B-849A-418D-A266-7C974E504035}" presName="sibTrans" presStyleCnt="0"/>
      <dgm:spPr/>
    </dgm:pt>
    <dgm:pt modelId="{BAE05739-E712-4AF1-985F-F74676162996}" type="pres">
      <dgm:prSet presAssocID="{B9D3ED01-CA44-4961-A567-102F18263D38}" presName="compNode" presStyleCnt="0"/>
      <dgm:spPr/>
    </dgm:pt>
    <dgm:pt modelId="{05031A4F-8C48-44D9-9827-4B3AB02A14C6}" type="pres">
      <dgm:prSet presAssocID="{B9D3ED01-CA44-4961-A567-102F18263D3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BC33227-5D33-405D-8FA4-133A212DC0A5}" type="pres">
      <dgm:prSet presAssocID="{B9D3ED01-CA44-4961-A567-102F18263D38}" presName="spaceRect" presStyleCnt="0"/>
      <dgm:spPr/>
    </dgm:pt>
    <dgm:pt modelId="{3CD4E104-E759-4A74-B8CD-11BA16751428}" type="pres">
      <dgm:prSet presAssocID="{B9D3ED01-CA44-4961-A567-102F18263D38}" presName="textRect" presStyleLbl="revTx" presStyleIdx="2" presStyleCnt="5">
        <dgm:presLayoutVars>
          <dgm:chMax val="1"/>
          <dgm:chPref val="1"/>
        </dgm:presLayoutVars>
      </dgm:prSet>
      <dgm:spPr/>
    </dgm:pt>
    <dgm:pt modelId="{865D17A3-EE9E-4051-A70E-015DE3B20FA0}" type="pres">
      <dgm:prSet presAssocID="{A6DE08EC-6EDC-4304-9C1B-59352C0CE23E}" presName="sibTrans" presStyleCnt="0"/>
      <dgm:spPr/>
    </dgm:pt>
    <dgm:pt modelId="{C100D703-07EA-428F-9F0A-0D20DF732037}" type="pres">
      <dgm:prSet presAssocID="{9FB4EBC4-4B08-4284-99FE-F36C42A0FDAB}" presName="compNode" presStyleCnt="0"/>
      <dgm:spPr/>
    </dgm:pt>
    <dgm:pt modelId="{46F4EC68-053F-45F9-AC2F-F83F2EEED964}" type="pres">
      <dgm:prSet presAssocID="{9FB4EBC4-4B08-4284-99FE-F36C42A0FDA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466A31E-B89D-4B45-BF65-15C4EA844796}" type="pres">
      <dgm:prSet presAssocID="{9FB4EBC4-4B08-4284-99FE-F36C42A0FDAB}" presName="spaceRect" presStyleCnt="0"/>
      <dgm:spPr/>
    </dgm:pt>
    <dgm:pt modelId="{6E661398-11ED-4EAC-8410-B2D83E4F5EBF}" type="pres">
      <dgm:prSet presAssocID="{9FB4EBC4-4B08-4284-99FE-F36C42A0FDAB}" presName="textRect" presStyleLbl="revTx" presStyleIdx="3" presStyleCnt="5">
        <dgm:presLayoutVars>
          <dgm:chMax val="1"/>
          <dgm:chPref val="1"/>
        </dgm:presLayoutVars>
      </dgm:prSet>
      <dgm:spPr/>
    </dgm:pt>
    <dgm:pt modelId="{65F645AE-3E32-416D-994E-ACA4E79E6269}" type="pres">
      <dgm:prSet presAssocID="{035DB053-7027-4EFE-B6E2-E992C2362C69}" presName="sibTrans" presStyleCnt="0"/>
      <dgm:spPr/>
    </dgm:pt>
    <dgm:pt modelId="{5D1E8A04-DF13-4E1A-BAAC-7037F1ABFEC4}" type="pres">
      <dgm:prSet presAssocID="{2C3F4BC0-7F7A-4D78-AA1C-59530DD6D533}" presName="compNode" presStyleCnt="0"/>
      <dgm:spPr/>
    </dgm:pt>
    <dgm:pt modelId="{1807089C-B286-4384-A9EC-5BBC94B2FF4F}" type="pres">
      <dgm:prSet presAssocID="{2C3F4BC0-7F7A-4D78-AA1C-59530DD6D53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5780204A-FBE6-47A9-A48A-74A8A1A53E64}" type="pres">
      <dgm:prSet presAssocID="{2C3F4BC0-7F7A-4D78-AA1C-59530DD6D533}" presName="spaceRect" presStyleCnt="0"/>
      <dgm:spPr/>
    </dgm:pt>
    <dgm:pt modelId="{C43A45F9-0575-46DA-99DE-297577E493E0}" type="pres">
      <dgm:prSet presAssocID="{2C3F4BC0-7F7A-4D78-AA1C-59530DD6D53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B9FCE06-003F-46FF-A166-F3418968499D}" srcId="{F34180BC-99A6-44F5-93CE-96AC776A970F}" destId="{9FB4EBC4-4B08-4284-99FE-F36C42A0FDAB}" srcOrd="3" destOrd="0" parTransId="{780EC4D9-34FC-48A2-9CF3-321EAD664B62}" sibTransId="{035DB053-7027-4EFE-B6E2-E992C2362C69}"/>
    <dgm:cxn modelId="{E2568B08-D028-4003-994C-07A6E98AA91F}" srcId="{F34180BC-99A6-44F5-93CE-96AC776A970F}" destId="{466D48B5-354D-43B2-871E-F6B663D08782}" srcOrd="1" destOrd="0" parTransId="{23D8A865-C299-4B3C-A503-6DB40ED55082}" sibTransId="{9586917B-849A-418D-A266-7C974E504035}"/>
    <dgm:cxn modelId="{A8B1CE22-BD61-4B14-BBAF-B84A55F0F77E}" srcId="{F34180BC-99A6-44F5-93CE-96AC776A970F}" destId="{90D4D7B3-669B-463B-BF76-1C03DFD09C16}" srcOrd="0" destOrd="0" parTransId="{33B9246E-7B4E-4401-AEEA-D0A00A6155C8}" sibTransId="{378F6432-46F5-48D5-B6DD-C6D46B70B8F0}"/>
    <dgm:cxn modelId="{F1F6DD26-5804-49DE-8EEE-D88AEDC7B15B}" type="presOf" srcId="{2C3F4BC0-7F7A-4D78-AA1C-59530DD6D533}" destId="{C43A45F9-0575-46DA-99DE-297577E493E0}" srcOrd="0" destOrd="0" presId="urn:microsoft.com/office/officeart/2018/2/layout/IconLabelList"/>
    <dgm:cxn modelId="{F944DA2E-0CBC-4431-BB15-ACE294B0A58D}" srcId="{F34180BC-99A6-44F5-93CE-96AC776A970F}" destId="{B9D3ED01-CA44-4961-A567-102F18263D38}" srcOrd="2" destOrd="0" parTransId="{A15DA43F-7936-4BBF-8452-0AC7876BF317}" sibTransId="{A6DE08EC-6EDC-4304-9C1B-59352C0CE23E}"/>
    <dgm:cxn modelId="{6E36A13A-E9F6-477E-A1A1-6A748A1448CA}" type="presOf" srcId="{9FB4EBC4-4B08-4284-99FE-F36C42A0FDAB}" destId="{6E661398-11ED-4EAC-8410-B2D83E4F5EBF}" srcOrd="0" destOrd="0" presId="urn:microsoft.com/office/officeart/2018/2/layout/IconLabelList"/>
    <dgm:cxn modelId="{0E564660-0A47-42DE-AC2C-B233BE11FB02}" srcId="{F34180BC-99A6-44F5-93CE-96AC776A970F}" destId="{2C3F4BC0-7F7A-4D78-AA1C-59530DD6D533}" srcOrd="4" destOrd="0" parTransId="{915D6E12-CB0A-4FD2-B0B1-389BAF2D405C}" sibTransId="{759B2419-2A7A-4FC0-97C5-CE3E63B64410}"/>
    <dgm:cxn modelId="{176C1D70-39C6-4CAC-A324-2F6B96C655B5}" type="presOf" srcId="{90D4D7B3-669B-463B-BF76-1C03DFD09C16}" destId="{B61AA76F-FC65-4C4C-9CDC-B2A8F8CE8946}" srcOrd="0" destOrd="0" presId="urn:microsoft.com/office/officeart/2018/2/layout/IconLabelList"/>
    <dgm:cxn modelId="{C5A9885A-5638-4189-9578-F24D9AA7981D}" type="presOf" srcId="{F34180BC-99A6-44F5-93CE-96AC776A970F}" destId="{6006A875-7BF5-49F2-9DF2-3EB68E4E4BCC}" srcOrd="0" destOrd="0" presId="urn:microsoft.com/office/officeart/2018/2/layout/IconLabelList"/>
    <dgm:cxn modelId="{4E4B73D6-88B7-4703-B2A8-ADE656AB2D63}" type="presOf" srcId="{466D48B5-354D-43B2-871E-F6B663D08782}" destId="{4F8C2B38-9914-43B0-A268-D19E548B4B20}" srcOrd="0" destOrd="0" presId="urn:microsoft.com/office/officeart/2018/2/layout/IconLabelList"/>
    <dgm:cxn modelId="{679E18EC-5DFE-457E-9B20-691214975F8B}" type="presOf" srcId="{B9D3ED01-CA44-4961-A567-102F18263D38}" destId="{3CD4E104-E759-4A74-B8CD-11BA16751428}" srcOrd="0" destOrd="0" presId="urn:microsoft.com/office/officeart/2018/2/layout/IconLabelList"/>
    <dgm:cxn modelId="{729A624C-156A-4843-8D95-999DE6ED3FCD}" type="presParOf" srcId="{6006A875-7BF5-49F2-9DF2-3EB68E4E4BCC}" destId="{4C46D14D-F17E-4BD0-869A-A255A9067C30}" srcOrd="0" destOrd="0" presId="urn:microsoft.com/office/officeart/2018/2/layout/IconLabelList"/>
    <dgm:cxn modelId="{798373EB-6A3C-486E-B235-0E3EC52C69C6}" type="presParOf" srcId="{4C46D14D-F17E-4BD0-869A-A255A9067C30}" destId="{F2149D62-526F-44D1-A2EB-262A7021DF1A}" srcOrd="0" destOrd="0" presId="urn:microsoft.com/office/officeart/2018/2/layout/IconLabelList"/>
    <dgm:cxn modelId="{154D89EE-1809-4B07-A916-16D4D917E4F2}" type="presParOf" srcId="{4C46D14D-F17E-4BD0-869A-A255A9067C30}" destId="{8404A01D-9F4F-4D71-AB47-E2E19E9D9975}" srcOrd="1" destOrd="0" presId="urn:microsoft.com/office/officeart/2018/2/layout/IconLabelList"/>
    <dgm:cxn modelId="{2632C66A-7F63-4B44-8E10-9D7304D7E94D}" type="presParOf" srcId="{4C46D14D-F17E-4BD0-869A-A255A9067C30}" destId="{B61AA76F-FC65-4C4C-9CDC-B2A8F8CE8946}" srcOrd="2" destOrd="0" presId="urn:microsoft.com/office/officeart/2018/2/layout/IconLabelList"/>
    <dgm:cxn modelId="{BC7836F3-9A3C-48D7-A729-193501254A29}" type="presParOf" srcId="{6006A875-7BF5-49F2-9DF2-3EB68E4E4BCC}" destId="{8557DA95-23A5-4B13-B2D5-4405CDDD529D}" srcOrd="1" destOrd="0" presId="urn:microsoft.com/office/officeart/2018/2/layout/IconLabelList"/>
    <dgm:cxn modelId="{AA4DB848-FEC4-4265-9F9A-CDCE62FBFF58}" type="presParOf" srcId="{6006A875-7BF5-49F2-9DF2-3EB68E4E4BCC}" destId="{BC166832-2628-4A0F-9F3C-9AFE6CCEA10F}" srcOrd="2" destOrd="0" presId="urn:microsoft.com/office/officeart/2018/2/layout/IconLabelList"/>
    <dgm:cxn modelId="{075C24E3-0E17-4EA3-8131-527306C7F906}" type="presParOf" srcId="{BC166832-2628-4A0F-9F3C-9AFE6CCEA10F}" destId="{F671DB80-D219-4E6E-A9E5-3912353F89B0}" srcOrd="0" destOrd="0" presId="urn:microsoft.com/office/officeart/2018/2/layout/IconLabelList"/>
    <dgm:cxn modelId="{E36F243D-D5A7-44FB-B783-DF39BBF5A6B7}" type="presParOf" srcId="{BC166832-2628-4A0F-9F3C-9AFE6CCEA10F}" destId="{D9AE1564-2862-4EB8-9615-7CDCEB6C5FCD}" srcOrd="1" destOrd="0" presId="urn:microsoft.com/office/officeart/2018/2/layout/IconLabelList"/>
    <dgm:cxn modelId="{49D59472-4438-422D-A1DD-0DDAD6725F99}" type="presParOf" srcId="{BC166832-2628-4A0F-9F3C-9AFE6CCEA10F}" destId="{4F8C2B38-9914-43B0-A268-D19E548B4B20}" srcOrd="2" destOrd="0" presId="urn:microsoft.com/office/officeart/2018/2/layout/IconLabelList"/>
    <dgm:cxn modelId="{9D384DBA-2142-48BC-B45F-AE337D827ED3}" type="presParOf" srcId="{6006A875-7BF5-49F2-9DF2-3EB68E4E4BCC}" destId="{3FA03EB1-3F74-408B-AD0A-0E2C9CAEEA7C}" srcOrd="3" destOrd="0" presId="urn:microsoft.com/office/officeart/2018/2/layout/IconLabelList"/>
    <dgm:cxn modelId="{61C2CE04-77A6-4557-B9C3-00476179F455}" type="presParOf" srcId="{6006A875-7BF5-49F2-9DF2-3EB68E4E4BCC}" destId="{BAE05739-E712-4AF1-985F-F74676162996}" srcOrd="4" destOrd="0" presId="urn:microsoft.com/office/officeart/2018/2/layout/IconLabelList"/>
    <dgm:cxn modelId="{FC41D29E-3619-4D2E-B84C-F086D1295A62}" type="presParOf" srcId="{BAE05739-E712-4AF1-985F-F74676162996}" destId="{05031A4F-8C48-44D9-9827-4B3AB02A14C6}" srcOrd="0" destOrd="0" presId="urn:microsoft.com/office/officeart/2018/2/layout/IconLabelList"/>
    <dgm:cxn modelId="{9FB3E4F9-5F14-41C5-9EAE-123655A9D756}" type="presParOf" srcId="{BAE05739-E712-4AF1-985F-F74676162996}" destId="{8BC33227-5D33-405D-8FA4-133A212DC0A5}" srcOrd="1" destOrd="0" presId="urn:microsoft.com/office/officeart/2018/2/layout/IconLabelList"/>
    <dgm:cxn modelId="{D184772B-74E3-4F47-9854-F5451E2367BA}" type="presParOf" srcId="{BAE05739-E712-4AF1-985F-F74676162996}" destId="{3CD4E104-E759-4A74-B8CD-11BA16751428}" srcOrd="2" destOrd="0" presId="urn:microsoft.com/office/officeart/2018/2/layout/IconLabelList"/>
    <dgm:cxn modelId="{417AF77A-C4CD-4D79-8621-64F4C762519A}" type="presParOf" srcId="{6006A875-7BF5-49F2-9DF2-3EB68E4E4BCC}" destId="{865D17A3-EE9E-4051-A70E-015DE3B20FA0}" srcOrd="5" destOrd="0" presId="urn:microsoft.com/office/officeart/2018/2/layout/IconLabelList"/>
    <dgm:cxn modelId="{C4360B8C-3173-4F7D-951E-75C971C96006}" type="presParOf" srcId="{6006A875-7BF5-49F2-9DF2-3EB68E4E4BCC}" destId="{C100D703-07EA-428F-9F0A-0D20DF732037}" srcOrd="6" destOrd="0" presId="urn:microsoft.com/office/officeart/2018/2/layout/IconLabelList"/>
    <dgm:cxn modelId="{AE6992F5-98C4-4E78-AF29-3B79D7C6596D}" type="presParOf" srcId="{C100D703-07EA-428F-9F0A-0D20DF732037}" destId="{46F4EC68-053F-45F9-AC2F-F83F2EEED964}" srcOrd="0" destOrd="0" presId="urn:microsoft.com/office/officeart/2018/2/layout/IconLabelList"/>
    <dgm:cxn modelId="{7D19D526-6455-4AB1-A314-34E4751AD501}" type="presParOf" srcId="{C100D703-07EA-428F-9F0A-0D20DF732037}" destId="{1466A31E-B89D-4B45-BF65-15C4EA844796}" srcOrd="1" destOrd="0" presId="urn:microsoft.com/office/officeart/2018/2/layout/IconLabelList"/>
    <dgm:cxn modelId="{BC74714A-56F2-47E7-80D7-9640399CAA5B}" type="presParOf" srcId="{C100D703-07EA-428F-9F0A-0D20DF732037}" destId="{6E661398-11ED-4EAC-8410-B2D83E4F5EBF}" srcOrd="2" destOrd="0" presId="urn:microsoft.com/office/officeart/2018/2/layout/IconLabelList"/>
    <dgm:cxn modelId="{5120B391-1D4D-44F0-8DEB-E2BC03C56C54}" type="presParOf" srcId="{6006A875-7BF5-49F2-9DF2-3EB68E4E4BCC}" destId="{65F645AE-3E32-416D-994E-ACA4E79E6269}" srcOrd="7" destOrd="0" presId="urn:microsoft.com/office/officeart/2018/2/layout/IconLabelList"/>
    <dgm:cxn modelId="{C6FCAEDE-60DF-4DDE-BAE1-ACB4C19D0A4D}" type="presParOf" srcId="{6006A875-7BF5-49F2-9DF2-3EB68E4E4BCC}" destId="{5D1E8A04-DF13-4E1A-BAAC-7037F1ABFEC4}" srcOrd="8" destOrd="0" presId="urn:microsoft.com/office/officeart/2018/2/layout/IconLabelList"/>
    <dgm:cxn modelId="{52B70E8A-4F75-496A-BBB3-D6560478DF34}" type="presParOf" srcId="{5D1E8A04-DF13-4E1A-BAAC-7037F1ABFEC4}" destId="{1807089C-B286-4384-A9EC-5BBC94B2FF4F}" srcOrd="0" destOrd="0" presId="urn:microsoft.com/office/officeart/2018/2/layout/IconLabelList"/>
    <dgm:cxn modelId="{DB2E4F87-CA1D-4FC4-B655-71E9C8C7D152}" type="presParOf" srcId="{5D1E8A04-DF13-4E1A-BAAC-7037F1ABFEC4}" destId="{5780204A-FBE6-47A9-A48A-74A8A1A53E64}" srcOrd="1" destOrd="0" presId="urn:microsoft.com/office/officeart/2018/2/layout/IconLabelList"/>
    <dgm:cxn modelId="{00D39383-C10D-46F5-860D-02F80A2A5334}" type="presParOf" srcId="{5D1E8A04-DF13-4E1A-BAAC-7037F1ABFEC4}" destId="{C43A45F9-0575-46DA-99DE-297577E493E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2D7531-5E7C-43DA-8479-4966FCADA28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DBDD70-BF29-4253-9F50-2E7306DD799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 dirty="0"/>
            <a:t>Waterfall or Agile:</a:t>
          </a:r>
          <a:r>
            <a:rPr lang="en-CA" dirty="0"/>
            <a:t> Know the context</a:t>
          </a:r>
          <a:endParaRPr lang="en-US" dirty="0"/>
        </a:p>
      </dgm:t>
    </dgm:pt>
    <dgm:pt modelId="{CBAFD405-84D1-4C98-A8AD-6DAC2A89B040}" type="parTrans" cxnId="{DD9E4604-4443-4ACE-88FE-D2F1DBAD05F7}">
      <dgm:prSet/>
      <dgm:spPr/>
      <dgm:t>
        <a:bodyPr/>
        <a:lstStyle/>
        <a:p>
          <a:endParaRPr lang="en-US"/>
        </a:p>
      </dgm:t>
    </dgm:pt>
    <dgm:pt modelId="{B8FC138D-BB7C-45D8-871A-9D3FE38E3276}" type="sibTrans" cxnId="{DD9E4604-4443-4ACE-88FE-D2F1DBAD05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4A0A602-79BB-4369-B96A-4C582330742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 dirty="0"/>
            <a:t>Defining Agile:</a:t>
          </a:r>
          <a:r>
            <a:rPr lang="en-CA" dirty="0"/>
            <a:t> Know the principles</a:t>
          </a:r>
          <a:endParaRPr lang="en-US" dirty="0"/>
        </a:p>
      </dgm:t>
    </dgm:pt>
    <dgm:pt modelId="{B197615A-784E-4BDF-800D-DCD005D9E826}" type="parTrans" cxnId="{3AC28C4F-BC49-42D5-AEE8-A5EED5FA2D85}">
      <dgm:prSet/>
      <dgm:spPr/>
      <dgm:t>
        <a:bodyPr/>
        <a:lstStyle/>
        <a:p>
          <a:endParaRPr lang="en-US"/>
        </a:p>
      </dgm:t>
    </dgm:pt>
    <dgm:pt modelId="{EA240D53-52C7-4C53-BF2C-0F56CCE035A0}" type="sibTrans" cxnId="{3AC28C4F-BC49-42D5-AEE8-A5EED5FA2D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9D7ADBC-2B07-4BB3-AA6C-7D8E2D8B4D5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 dirty="0"/>
            <a:t>Learn by doing:</a:t>
          </a:r>
          <a:r>
            <a:rPr lang="en-CA" b="0" dirty="0"/>
            <a:t> Make h</a:t>
          </a:r>
          <a:r>
            <a:rPr lang="en-CA" dirty="0"/>
            <a:t>ypotheses the atomic unit of work</a:t>
          </a:r>
          <a:endParaRPr lang="en-US" dirty="0"/>
        </a:p>
      </dgm:t>
    </dgm:pt>
    <dgm:pt modelId="{F04050B3-6CCA-4D11-B667-0D57BC8F4B7D}" type="parTrans" cxnId="{9E482876-DC71-4980-92A5-15A95D4A61BD}">
      <dgm:prSet/>
      <dgm:spPr/>
      <dgm:t>
        <a:bodyPr/>
        <a:lstStyle/>
        <a:p>
          <a:endParaRPr lang="en-US"/>
        </a:p>
      </dgm:t>
    </dgm:pt>
    <dgm:pt modelId="{BABB2DDF-BD54-4FDB-B9BF-2C5935BA1262}" type="sibTrans" cxnId="{9E482876-DC71-4980-92A5-15A95D4A61B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168042-EE0A-45F0-BAFF-CD381556D1D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 dirty="0"/>
            <a:t>Teams:</a:t>
          </a:r>
          <a:r>
            <a:rPr lang="en-CA" dirty="0"/>
            <a:t> Teams are the fundamental means of delivery</a:t>
          </a:r>
          <a:endParaRPr lang="en-US" dirty="0"/>
        </a:p>
      </dgm:t>
    </dgm:pt>
    <dgm:pt modelId="{61A84404-32FF-4197-810F-67398DA3AD72}" type="parTrans" cxnId="{16626A00-7811-45D2-BCAA-B20787592E03}">
      <dgm:prSet/>
      <dgm:spPr/>
      <dgm:t>
        <a:bodyPr/>
        <a:lstStyle/>
        <a:p>
          <a:endParaRPr lang="en-US"/>
        </a:p>
      </dgm:t>
    </dgm:pt>
    <dgm:pt modelId="{E8C1223A-69A0-4D91-BBF5-5FE74A7E068E}" type="sibTrans" cxnId="{16626A00-7811-45D2-BCAA-B20787592E0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41751A3-5A6A-4F9A-8A57-41FF10B2ACA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 dirty="0"/>
            <a:t>Leadership:</a:t>
          </a:r>
          <a:r>
            <a:rPr lang="en-CA" dirty="0"/>
            <a:t> Nothing happens without leadership</a:t>
          </a:r>
          <a:endParaRPr lang="en-US" dirty="0"/>
        </a:p>
      </dgm:t>
    </dgm:pt>
    <dgm:pt modelId="{D1FCE11A-C843-4153-8AB1-C65160CF72C8}" type="parTrans" cxnId="{9BD5F149-5DA7-4AB5-82C0-B27D159A0A48}">
      <dgm:prSet/>
      <dgm:spPr/>
      <dgm:t>
        <a:bodyPr/>
        <a:lstStyle/>
        <a:p>
          <a:endParaRPr lang="en-US"/>
        </a:p>
      </dgm:t>
    </dgm:pt>
    <dgm:pt modelId="{BFAF9BE2-3E25-4CDD-881C-BFB8FA207716}" type="sibTrans" cxnId="{9BD5F149-5DA7-4AB5-82C0-B27D159A0A4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17D1F6-9727-4B54-AAAD-BA24CC5D153C}" type="pres">
      <dgm:prSet presAssocID="{D02D7531-5E7C-43DA-8479-4966FCADA28A}" presName="root" presStyleCnt="0">
        <dgm:presLayoutVars>
          <dgm:dir/>
          <dgm:resizeHandles val="exact"/>
        </dgm:presLayoutVars>
      </dgm:prSet>
      <dgm:spPr/>
    </dgm:pt>
    <dgm:pt modelId="{357E8794-412F-4B4F-98A5-3D5300720CDC}" type="pres">
      <dgm:prSet presAssocID="{D02D7531-5E7C-43DA-8479-4966FCADA28A}" presName="container" presStyleCnt="0">
        <dgm:presLayoutVars>
          <dgm:dir/>
          <dgm:resizeHandles val="exact"/>
        </dgm:presLayoutVars>
      </dgm:prSet>
      <dgm:spPr/>
    </dgm:pt>
    <dgm:pt modelId="{E262D433-B214-4B8F-8C0A-864594210017}" type="pres">
      <dgm:prSet presAssocID="{08DBDD70-BF29-4253-9F50-2E7306DD799D}" presName="compNode" presStyleCnt="0"/>
      <dgm:spPr/>
    </dgm:pt>
    <dgm:pt modelId="{54DB5A31-C688-4AB2-BA16-AA0DEE93987C}" type="pres">
      <dgm:prSet presAssocID="{08DBDD70-BF29-4253-9F50-2E7306DD799D}" presName="iconBgRect" presStyleLbl="bgShp" presStyleIdx="0" presStyleCnt="5"/>
      <dgm:spPr/>
    </dgm:pt>
    <dgm:pt modelId="{90FDC57C-2A83-45E5-A5EA-9D758175DC8A}" type="pres">
      <dgm:prSet presAssocID="{08DBDD70-BF29-4253-9F50-2E7306DD799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78104A2B-84D0-4860-8A8B-1231057F4C83}" type="pres">
      <dgm:prSet presAssocID="{08DBDD70-BF29-4253-9F50-2E7306DD799D}" presName="spaceRect" presStyleCnt="0"/>
      <dgm:spPr/>
    </dgm:pt>
    <dgm:pt modelId="{D2412D52-2F91-4FB9-80C2-2A6805336E3E}" type="pres">
      <dgm:prSet presAssocID="{08DBDD70-BF29-4253-9F50-2E7306DD799D}" presName="textRect" presStyleLbl="revTx" presStyleIdx="0" presStyleCnt="5">
        <dgm:presLayoutVars>
          <dgm:chMax val="1"/>
          <dgm:chPref val="1"/>
        </dgm:presLayoutVars>
      </dgm:prSet>
      <dgm:spPr/>
    </dgm:pt>
    <dgm:pt modelId="{44B7C1C5-64C4-42A6-AB73-12F35A5CB0EE}" type="pres">
      <dgm:prSet presAssocID="{B8FC138D-BB7C-45D8-871A-9D3FE38E3276}" presName="sibTrans" presStyleLbl="sibTrans2D1" presStyleIdx="0" presStyleCnt="0"/>
      <dgm:spPr/>
    </dgm:pt>
    <dgm:pt modelId="{63E5CD0B-4D71-470B-979B-E868291E6885}" type="pres">
      <dgm:prSet presAssocID="{64A0A602-79BB-4369-B96A-4C5823307423}" presName="compNode" presStyleCnt="0"/>
      <dgm:spPr/>
    </dgm:pt>
    <dgm:pt modelId="{20330387-97F4-432B-BC0A-2A9AC87E2BBA}" type="pres">
      <dgm:prSet presAssocID="{64A0A602-79BB-4369-B96A-4C5823307423}" presName="iconBgRect" presStyleLbl="bgShp" presStyleIdx="1" presStyleCnt="5"/>
      <dgm:spPr/>
    </dgm:pt>
    <dgm:pt modelId="{80312469-3633-47F0-A73D-A7D9E55718F2}" type="pres">
      <dgm:prSet presAssocID="{64A0A602-79BB-4369-B96A-4C582330742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30BA024-1BEB-4304-A2EA-43048F53F59D}" type="pres">
      <dgm:prSet presAssocID="{64A0A602-79BB-4369-B96A-4C5823307423}" presName="spaceRect" presStyleCnt="0"/>
      <dgm:spPr/>
    </dgm:pt>
    <dgm:pt modelId="{978CA00A-E9CF-4D27-943E-1F560F1CA42A}" type="pres">
      <dgm:prSet presAssocID="{64A0A602-79BB-4369-B96A-4C5823307423}" presName="textRect" presStyleLbl="revTx" presStyleIdx="1" presStyleCnt="5">
        <dgm:presLayoutVars>
          <dgm:chMax val="1"/>
          <dgm:chPref val="1"/>
        </dgm:presLayoutVars>
      </dgm:prSet>
      <dgm:spPr/>
    </dgm:pt>
    <dgm:pt modelId="{1DA0F4AB-A169-46AA-BAF6-C14AADD64F11}" type="pres">
      <dgm:prSet presAssocID="{EA240D53-52C7-4C53-BF2C-0F56CCE035A0}" presName="sibTrans" presStyleLbl="sibTrans2D1" presStyleIdx="0" presStyleCnt="0"/>
      <dgm:spPr/>
    </dgm:pt>
    <dgm:pt modelId="{9507617B-13A3-4971-B0DC-5254EEE945B3}" type="pres">
      <dgm:prSet presAssocID="{49D7ADBC-2B07-4BB3-AA6C-7D8E2D8B4D58}" presName="compNode" presStyleCnt="0"/>
      <dgm:spPr/>
    </dgm:pt>
    <dgm:pt modelId="{A4960F21-6B59-44D9-9A9E-7512FD030D73}" type="pres">
      <dgm:prSet presAssocID="{49D7ADBC-2B07-4BB3-AA6C-7D8E2D8B4D58}" presName="iconBgRect" presStyleLbl="bgShp" presStyleIdx="2" presStyleCnt="5"/>
      <dgm:spPr/>
    </dgm:pt>
    <dgm:pt modelId="{16A4867A-5DAB-43E9-BC56-790C25307574}" type="pres">
      <dgm:prSet presAssocID="{49D7ADBC-2B07-4BB3-AA6C-7D8E2D8B4D5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D89F77F1-2927-44A2-BEA7-D2EF52A70FC5}" type="pres">
      <dgm:prSet presAssocID="{49D7ADBC-2B07-4BB3-AA6C-7D8E2D8B4D58}" presName="spaceRect" presStyleCnt="0"/>
      <dgm:spPr/>
    </dgm:pt>
    <dgm:pt modelId="{9B5C5960-88A8-4750-9316-8A4FD333D880}" type="pres">
      <dgm:prSet presAssocID="{49D7ADBC-2B07-4BB3-AA6C-7D8E2D8B4D58}" presName="textRect" presStyleLbl="revTx" presStyleIdx="2" presStyleCnt="5">
        <dgm:presLayoutVars>
          <dgm:chMax val="1"/>
          <dgm:chPref val="1"/>
        </dgm:presLayoutVars>
      </dgm:prSet>
      <dgm:spPr/>
    </dgm:pt>
    <dgm:pt modelId="{9BAC8D5F-4BC7-4D49-A079-5A2254B06304}" type="pres">
      <dgm:prSet presAssocID="{BABB2DDF-BD54-4FDB-B9BF-2C5935BA1262}" presName="sibTrans" presStyleLbl="sibTrans2D1" presStyleIdx="0" presStyleCnt="0"/>
      <dgm:spPr/>
    </dgm:pt>
    <dgm:pt modelId="{722F8004-E9D3-41DA-8DBB-8BD679CFF7F9}" type="pres">
      <dgm:prSet presAssocID="{75168042-EE0A-45F0-BAFF-CD381556D1D2}" presName="compNode" presStyleCnt="0"/>
      <dgm:spPr/>
    </dgm:pt>
    <dgm:pt modelId="{74901466-F332-436C-A991-CE39B3EE25DA}" type="pres">
      <dgm:prSet presAssocID="{75168042-EE0A-45F0-BAFF-CD381556D1D2}" presName="iconBgRect" presStyleLbl="bgShp" presStyleIdx="3" presStyleCnt="5"/>
      <dgm:spPr/>
    </dgm:pt>
    <dgm:pt modelId="{62074E44-6DF4-499D-B28E-AC54EFDCB61D}" type="pres">
      <dgm:prSet presAssocID="{75168042-EE0A-45F0-BAFF-CD381556D1D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D5B2522-2220-4345-8D52-D5F105961397}" type="pres">
      <dgm:prSet presAssocID="{75168042-EE0A-45F0-BAFF-CD381556D1D2}" presName="spaceRect" presStyleCnt="0"/>
      <dgm:spPr/>
    </dgm:pt>
    <dgm:pt modelId="{E4A7D066-419D-4FA5-B5B0-95F453386D46}" type="pres">
      <dgm:prSet presAssocID="{75168042-EE0A-45F0-BAFF-CD381556D1D2}" presName="textRect" presStyleLbl="revTx" presStyleIdx="3" presStyleCnt="5">
        <dgm:presLayoutVars>
          <dgm:chMax val="1"/>
          <dgm:chPref val="1"/>
        </dgm:presLayoutVars>
      </dgm:prSet>
      <dgm:spPr/>
    </dgm:pt>
    <dgm:pt modelId="{9E0C7E63-675B-4C69-9706-DACCE742541E}" type="pres">
      <dgm:prSet presAssocID="{E8C1223A-69A0-4D91-BBF5-5FE74A7E068E}" presName="sibTrans" presStyleLbl="sibTrans2D1" presStyleIdx="0" presStyleCnt="0"/>
      <dgm:spPr/>
    </dgm:pt>
    <dgm:pt modelId="{067BF19A-5619-4115-82AC-1F81251166F8}" type="pres">
      <dgm:prSet presAssocID="{B41751A3-5A6A-4F9A-8A57-41FF10B2ACA6}" presName="compNode" presStyleCnt="0"/>
      <dgm:spPr/>
    </dgm:pt>
    <dgm:pt modelId="{74CBF6D6-F044-4155-8876-6CE91CEFB8C5}" type="pres">
      <dgm:prSet presAssocID="{B41751A3-5A6A-4F9A-8A57-41FF10B2ACA6}" presName="iconBgRect" presStyleLbl="bgShp" presStyleIdx="4" presStyleCnt="5"/>
      <dgm:spPr/>
    </dgm:pt>
    <dgm:pt modelId="{7F0A1CD6-023D-4E0C-8024-5DCF51612A79}" type="pres">
      <dgm:prSet presAssocID="{B41751A3-5A6A-4F9A-8A57-41FF10B2ACA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AB864D19-4DA6-4A7B-BEBE-A885F37782DA}" type="pres">
      <dgm:prSet presAssocID="{B41751A3-5A6A-4F9A-8A57-41FF10B2ACA6}" presName="spaceRect" presStyleCnt="0"/>
      <dgm:spPr/>
    </dgm:pt>
    <dgm:pt modelId="{35007F73-0537-4F21-92BF-6D0274D1F0C6}" type="pres">
      <dgm:prSet presAssocID="{B41751A3-5A6A-4F9A-8A57-41FF10B2ACA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6626A00-7811-45D2-BCAA-B20787592E03}" srcId="{D02D7531-5E7C-43DA-8479-4966FCADA28A}" destId="{75168042-EE0A-45F0-BAFF-CD381556D1D2}" srcOrd="3" destOrd="0" parTransId="{61A84404-32FF-4197-810F-67398DA3AD72}" sibTransId="{E8C1223A-69A0-4D91-BBF5-5FE74A7E068E}"/>
    <dgm:cxn modelId="{DD9E4604-4443-4ACE-88FE-D2F1DBAD05F7}" srcId="{D02D7531-5E7C-43DA-8479-4966FCADA28A}" destId="{08DBDD70-BF29-4253-9F50-2E7306DD799D}" srcOrd="0" destOrd="0" parTransId="{CBAFD405-84D1-4C98-A8AD-6DAC2A89B040}" sibTransId="{B8FC138D-BB7C-45D8-871A-9D3FE38E3276}"/>
    <dgm:cxn modelId="{2B368E04-9FC6-4DB6-AD73-1F7A46C34A92}" type="presOf" srcId="{08DBDD70-BF29-4253-9F50-2E7306DD799D}" destId="{D2412D52-2F91-4FB9-80C2-2A6805336E3E}" srcOrd="0" destOrd="0" presId="urn:microsoft.com/office/officeart/2018/2/layout/IconCircleList"/>
    <dgm:cxn modelId="{83B0272B-6F54-4AD1-87AB-1875D982BF8F}" type="presOf" srcId="{BABB2DDF-BD54-4FDB-B9BF-2C5935BA1262}" destId="{9BAC8D5F-4BC7-4D49-A079-5A2254B06304}" srcOrd="0" destOrd="0" presId="urn:microsoft.com/office/officeart/2018/2/layout/IconCircleList"/>
    <dgm:cxn modelId="{7690BB5E-7BA7-4485-8DC4-7F048FC39895}" type="presOf" srcId="{B8FC138D-BB7C-45D8-871A-9D3FE38E3276}" destId="{44B7C1C5-64C4-42A6-AB73-12F35A5CB0EE}" srcOrd="0" destOrd="0" presId="urn:microsoft.com/office/officeart/2018/2/layout/IconCircleList"/>
    <dgm:cxn modelId="{19814F65-040F-44A1-88FE-7BB8B9D771AC}" type="presOf" srcId="{64A0A602-79BB-4369-B96A-4C5823307423}" destId="{978CA00A-E9CF-4D27-943E-1F560F1CA42A}" srcOrd="0" destOrd="0" presId="urn:microsoft.com/office/officeart/2018/2/layout/IconCircleList"/>
    <dgm:cxn modelId="{AED89365-AAE1-4718-8175-49851F80CDF5}" type="presOf" srcId="{E8C1223A-69A0-4D91-BBF5-5FE74A7E068E}" destId="{9E0C7E63-675B-4C69-9706-DACCE742541E}" srcOrd="0" destOrd="0" presId="urn:microsoft.com/office/officeart/2018/2/layout/IconCircleList"/>
    <dgm:cxn modelId="{9BD5F149-5DA7-4AB5-82C0-B27D159A0A48}" srcId="{D02D7531-5E7C-43DA-8479-4966FCADA28A}" destId="{B41751A3-5A6A-4F9A-8A57-41FF10B2ACA6}" srcOrd="4" destOrd="0" parTransId="{D1FCE11A-C843-4153-8AB1-C65160CF72C8}" sibTransId="{BFAF9BE2-3E25-4CDD-881C-BFB8FA207716}"/>
    <dgm:cxn modelId="{3AC28C4F-BC49-42D5-AEE8-A5EED5FA2D85}" srcId="{D02D7531-5E7C-43DA-8479-4966FCADA28A}" destId="{64A0A602-79BB-4369-B96A-4C5823307423}" srcOrd="1" destOrd="0" parTransId="{B197615A-784E-4BDF-800D-DCD005D9E826}" sibTransId="{EA240D53-52C7-4C53-BF2C-0F56CCE035A0}"/>
    <dgm:cxn modelId="{9E482876-DC71-4980-92A5-15A95D4A61BD}" srcId="{D02D7531-5E7C-43DA-8479-4966FCADA28A}" destId="{49D7ADBC-2B07-4BB3-AA6C-7D8E2D8B4D58}" srcOrd="2" destOrd="0" parTransId="{F04050B3-6CCA-4D11-B667-0D57BC8F4B7D}" sibTransId="{BABB2DDF-BD54-4FDB-B9BF-2C5935BA1262}"/>
    <dgm:cxn modelId="{704EFE94-BF02-4E15-A8AD-CDE0ACE242BF}" type="presOf" srcId="{B41751A3-5A6A-4F9A-8A57-41FF10B2ACA6}" destId="{35007F73-0537-4F21-92BF-6D0274D1F0C6}" srcOrd="0" destOrd="0" presId="urn:microsoft.com/office/officeart/2018/2/layout/IconCircleList"/>
    <dgm:cxn modelId="{CCDB759F-A475-472E-9585-3757887987BC}" type="presOf" srcId="{EA240D53-52C7-4C53-BF2C-0F56CCE035A0}" destId="{1DA0F4AB-A169-46AA-BAF6-C14AADD64F11}" srcOrd="0" destOrd="0" presId="urn:microsoft.com/office/officeart/2018/2/layout/IconCircleList"/>
    <dgm:cxn modelId="{390646B2-3357-42D2-82DF-894468A1FF63}" type="presOf" srcId="{D02D7531-5E7C-43DA-8479-4966FCADA28A}" destId="{DE17D1F6-9727-4B54-AAAD-BA24CC5D153C}" srcOrd="0" destOrd="0" presId="urn:microsoft.com/office/officeart/2018/2/layout/IconCircleList"/>
    <dgm:cxn modelId="{D7B6AEB9-7875-4E27-B1D7-B64D9DD361E7}" type="presOf" srcId="{49D7ADBC-2B07-4BB3-AA6C-7D8E2D8B4D58}" destId="{9B5C5960-88A8-4750-9316-8A4FD333D880}" srcOrd="0" destOrd="0" presId="urn:microsoft.com/office/officeart/2018/2/layout/IconCircleList"/>
    <dgm:cxn modelId="{FF62AFF9-0E6E-43A9-994E-AE288545CBA9}" type="presOf" srcId="{75168042-EE0A-45F0-BAFF-CD381556D1D2}" destId="{E4A7D066-419D-4FA5-B5B0-95F453386D46}" srcOrd="0" destOrd="0" presId="urn:microsoft.com/office/officeart/2018/2/layout/IconCircleList"/>
    <dgm:cxn modelId="{75887259-AE24-4071-979E-8C28C3FA3284}" type="presParOf" srcId="{DE17D1F6-9727-4B54-AAAD-BA24CC5D153C}" destId="{357E8794-412F-4B4F-98A5-3D5300720CDC}" srcOrd="0" destOrd="0" presId="urn:microsoft.com/office/officeart/2018/2/layout/IconCircleList"/>
    <dgm:cxn modelId="{941FF24F-6BA3-4987-BF00-E8B588352EBB}" type="presParOf" srcId="{357E8794-412F-4B4F-98A5-3D5300720CDC}" destId="{E262D433-B214-4B8F-8C0A-864594210017}" srcOrd="0" destOrd="0" presId="urn:microsoft.com/office/officeart/2018/2/layout/IconCircleList"/>
    <dgm:cxn modelId="{6F56FF47-37E4-4F8E-8BD7-3A7885B499F7}" type="presParOf" srcId="{E262D433-B214-4B8F-8C0A-864594210017}" destId="{54DB5A31-C688-4AB2-BA16-AA0DEE93987C}" srcOrd="0" destOrd="0" presId="urn:microsoft.com/office/officeart/2018/2/layout/IconCircleList"/>
    <dgm:cxn modelId="{FAD114BB-5609-4A79-9AF4-B9BBFD7C0C52}" type="presParOf" srcId="{E262D433-B214-4B8F-8C0A-864594210017}" destId="{90FDC57C-2A83-45E5-A5EA-9D758175DC8A}" srcOrd="1" destOrd="0" presId="urn:microsoft.com/office/officeart/2018/2/layout/IconCircleList"/>
    <dgm:cxn modelId="{99DEA500-F7E3-4C8C-8A9D-BE79CB80339A}" type="presParOf" srcId="{E262D433-B214-4B8F-8C0A-864594210017}" destId="{78104A2B-84D0-4860-8A8B-1231057F4C83}" srcOrd="2" destOrd="0" presId="urn:microsoft.com/office/officeart/2018/2/layout/IconCircleList"/>
    <dgm:cxn modelId="{94F8DC18-683D-4785-93CD-8BB7F4D8E0EE}" type="presParOf" srcId="{E262D433-B214-4B8F-8C0A-864594210017}" destId="{D2412D52-2F91-4FB9-80C2-2A6805336E3E}" srcOrd="3" destOrd="0" presId="urn:microsoft.com/office/officeart/2018/2/layout/IconCircleList"/>
    <dgm:cxn modelId="{E446017D-9E40-4847-AC01-A6A8F3CD97E4}" type="presParOf" srcId="{357E8794-412F-4B4F-98A5-3D5300720CDC}" destId="{44B7C1C5-64C4-42A6-AB73-12F35A5CB0EE}" srcOrd="1" destOrd="0" presId="urn:microsoft.com/office/officeart/2018/2/layout/IconCircleList"/>
    <dgm:cxn modelId="{5AB3BC57-5F67-46A2-BA3F-71AF1BDFFB70}" type="presParOf" srcId="{357E8794-412F-4B4F-98A5-3D5300720CDC}" destId="{63E5CD0B-4D71-470B-979B-E868291E6885}" srcOrd="2" destOrd="0" presId="urn:microsoft.com/office/officeart/2018/2/layout/IconCircleList"/>
    <dgm:cxn modelId="{91FB9E57-FBC8-4ED6-8DB7-F8614CFD824D}" type="presParOf" srcId="{63E5CD0B-4D71-470B-979B-E868291E6885}" destId="{20330387-97F4-432B-BC0A-2A9AC87E2BBA}" srcOrd="0" destOrd="0" presId="urn:microsoft.com/office/officeart/2018/2/layout/IconCircleList"/>
    <dgm:cxn modelId="{D3609680-6094-4B10-8CCB-A3F44407982D}" type="presParOf" srcId="{63E5CD0B-4D71-470B-979B-E868291E6885}" destId="{80312469-3633-47F0-A73D-A7D9E55718F2}" srcOrd="1" destOrd="0" presId="urn:microsoft.com/office/officeart/2018/2/layout/IconCircleList"/>
    <dgm:cxn modelId="{3B79E1D5-0B1C-4FD5-A09E-004AF7B707DC}" type="presParOf" srcId="{63E5CD0B-4D71-470B-979B-E868291E6885}" destId="{B30BA024-1BEB-4304-A2EA-43048F53F59D}" srcOrd="2" destOrd="0" presId="urn:microsoft.com/office/officeart/2018/2/layout/IconCircleList"/>
    <dgm:cxn modelId="{074CA23E-5BB2-4CD7-A865-800EE72D9F4C}" type="presParOf" srcId="{63E5CD0B-4D71-470B-979B-E868291E6885}" destId="{978CA00A-E9CF-4D27-943E-1F560F1CA42A}" srcOrd="3" destOrd="0" presId="urn:microsoft.com/office/officeart/2018/2/layout/IconCircleList"/>
    <dgm:cxn modelId="{14CC8E1F-BB2F-45C4-B94E-E6381936707C}" type="presParOf" srcId="{357E8794-412F-4B4F-98A5-3D5300720CDC}" destId="{1DA0F4AB-A169-46AA-BAF6-C14AADD64F11}" srcOrd="3" destOrd="0" presId="urn:microsoft.com/office/officeart/2018/2/layout/IconCircleList"/>
    <dgm:cxn modelId="{649500EF-00D8-4CE3-B979-F0C18CDA8F3E}" type="presParOf" srcId="{357E8794-412F-4B4F-98A5-3D5300720CDC}" destId="{9507617B-13A3-4971-B0DC-5254EEE945B3}" srcOrd="4" destOrd="0" presId="urn:microsoft.com/office/officeart/2018/2/layout/IconCircleList"/>
    <dgm:cxn modelId="{BFB6094C-0F72-4733-9471-26B19DF44D74}" type="presParOf" srcId="{9507617B-13A3-4971-B0DC-5254EEE945B3}" destId="{A4960F21-6B59-44D9-9A9E-7512FD030D73}" srcOrd="0" destOrd="0" presId="urn:microsoft.com/office/officeart/2018/2/layout/IconCircleList"/>
    <dgm:cxn modelId="{FA77611C-C943-499B-8BD0-36DD62412AEE}" type="presParOf" srcId="{9507617B-13A3-4971-B0DC-5254EEE945B3}" destId="{16A4867A-5DAB-43E9-BC56-790C25307574}" srcOrd="1" destOrd="0" presId="urn:microsoft.com/office/officeart/2018/2/layout/IconCircleList"/>
    <dgm:cxn modelId="{13185ED3-C3C0-4F94-BE62-E766BD461639}" type="presParOf" srcId="{9507617B-13A3-4971-B0DC-5254EEE945B3}" destId="{D89F77F1-2927-44A2-BEA7-D2EF52A70FC5}" srcOrd="2" destOrd="0" presId="urn:microsoft.com/office/officeart/2018/2/layout/IconCircleList"/>
    <dgm:cxn modelId="{E27476A1-F14C-4F2B-9E90-E943ADA2B2EA}" type="presParOf" srcId="{9507617B-13A3-4971-B0DC-5254EEE945B3}" destId="{9B5C5960-88A8-4750-9316-8A4FD333D880}" srcOrd="3" destOrd="0" presId="urn:microsoft.com/office/officeart/2018/2/layout/IconCircleList"/>
    <dgm:cxn modelId="{DFBA9D12-89D4-44D6-8D13-5C22ADF844D3}" type="presParOf" srcId="{357E8794-412F-4B4F-98A5-3D5300720CDC}" destId="{9BAC8D5F-4BC7-4D49-A079-5A2254B06304}" srcOrd="5" destOrd="0" presId="urn:microsoft.com/office/officeart/2018/2/layout/IconCircleList"/>
    <dgm:cxn modelId="{31223A7C-F045-4910-AC3C-C634C4E48FB3}" type="presParOf" srcId="{357E8794-412F-4B4F-98A5-3D5300720CDC}" destId="{722F8004-E9D3-41DA-8DBB-8BD679CFF7F9}" srcOrd="6" destOrd="0" presId="urn:microsoft.com/office/officeart/2018/2/layout/IconCircleList"/>
    <dgm:cxn modelId="{560B3F94-0A35-4EB6-B65E-2BCB49543E05}" type="presParOf" srcId="{722F8004-E9D3-41DA-8DBB-8BD679CFF7F9}" destId="{74901466-F332-436C-A991-CE39B3EE25DA}" srcOrd="0" destOrd="0" presId="urn:microsoft.com/office/officeart/2018/2/layout/IconCircleList"/>
    <dgm:cxn modelId="{9A2B7A1D-E2B9-49D7-8BE4-EB776119C08C}" type="presParOf" srcId="{722F8004-E9D3-41DA-8DBB-8BD679CFF7F9}" destId="{62074E44-6DF4-499D-B28E-AC54EFDCB61D}" srcOrd="1" destOrd="0" presId="urn:microsoft.com/office/officeart/2018/2/layout/IconCircleList"/>
    <dgm:cxn modelId="{0625DADB-11F8-4339-B315-A6899CC06BAC}" type="presParOf" srcId="{722F8004-E9D3-41DA-8DBB-8BD679CFF7F9}" destId="{1D5B2522-2220-4345-8D52-D5F105961397}" srcOrd="2" destOrd="0" presId="urn:microsoft.com/office/officeart/2018/2/layout/IconCircleList"/>
    <dgm:cxn modelId="{973F19CC-EF1D-40AE-BB16-3E074E7488D9}" type="presParOf" srcId="{722F8004-E9D3-41DA-8DBB-8BD679CFF7F9}" destId="{E4A7D066-419D-4FA5-B5B0-95F453386D46}" srcOrd="3" destOrd="0" presId="urn:microsoft.com/office/officeart/2018/2/layout/IconCircleList"/>
    <dgm:cxn modelId="{A4F657CA-C5F2-4EFB-B0F3-3524CD9AFF28}" type="presParOf" srcId="{357E8794-412F-4B4F-98A5-3D5300720CDC}" destId="{9E0C7E63-675B-4C69-9706-DACCE742541E}" srcOrd="7" destOrd="0" presId="urn:microsoft.com/office/officeart/2018/2/layout/IconCircleList"/>
    <dgm:cxn modelId="{C60C56D6-D20A-45F3-BC24-1420DEA294DB}" type="presParOf" srcId="{357E8794-412F-4B4F-98A5-3D5300720CDC}" destId="{067BF19A-5619-4115-82AC-1F81251166F8}" srcOrd="8" destOrd="0" presId="urn:microsoft.com/office/officeart/2018/2/layout/IconCircleList"/>
    <dgm:cxn modelId="{E5EB1EFD-6473-4FA9-9F0C-8873A2764325}" type="presParOf" srcId="{067BF19A-5619-4115-82AC-1F81251166F8}" destId="{74CBF6D6-F044-4155-8876-6CE91CEFB8C5}" srcOrd="0" destOrd="0" presId="urn:microsoft.com/office/officeart/2018/2/layout/IconCircleList"/>
    <dgm:cxn modelId="{8F849732-604D-4E77-B2B7-C519D5BF039D}" type="presParOf" srcId="{067BF19A-5619-4115-82AC-1F81251166F8}" destId="{7F0A1CD6-023D-4E0C-8024-5DCF51612A79}" srcOrd="1" destOrd="0" presId="urn:microsoft.com/office/officeart/2018/2/layout/IconCircleList"/>
    <dgm:cxn modelId="{6268EFFD-B972-4FDD-A128-D36BE35E7338}" type="presParOf" srcId="{067BF19A-5619-4115-82AC-1F81251166F8}" destId="{AB864D19-4DA6-4A7B-BEBE-A885F37782DA}" srcOrd="2" destOrd="0" presId="urn:microsoft.com/office/officeart/2018/2/layout/IconCircleList"/>
    <dgm:cxn modelId="{467C6DD2-85F8-4482-9CEF-BBD2846708D9}" type="presParOf" srcId="{067BF19A-5619-4115-82AC-1F81251166F8}" destId="{35007F73-0537-4F21-92BF-6D0274D1F0C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3C386-7C26-4338-BE98-2391839A27F8}">
      <dsp:nvSpPr>
        <dsp:cNvPr id="0" name=""/>
        <dsp:cNvSpPr/>
      </dsp:nvSpPr>
      <dsp:spPr>
        <a:xfrm>
          <a:off x="0" y="618768"/>
          <a:ext cx="6224335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“True agility means that teams are constantly working to evolve their processes”</a:t>
          </a:r>
          <a:endParaRPr lang="en-US" sz="2500" kern="1200" dirty="0"/>
        </a:p>
      </dsp:txBody>
      <dsp:txXfrm>
        <a:off x="48547" y="667315"/>
        <a:ext cx="6127241" cy="897406"/>
      </dsp:txXfrm>
    </dsp:sp>
    <dsp:sp modelId="{8805187B-B507-4671-89C7-5C4D0B3173CC}">
      <dsp:nvSpPr>
        <dsp:cNvPr id="0" name=""/>
        <dsp:cNvSpPr/>
      </dsp:nvSpPr>
      <dsp:spPr>
        <a:xfrm>
          <a:off x="0" y="1685268"/>
          <a:ext cx="6224335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“The true essence of Agile is the concept of moving forward with imperfect information”</a:t>
          </a:r>
          <a:endParaRPr lang="en-US" sz="2500" kern="1200" dirty="0"/>
        </a:p>
      </dsp:txBody>
      <dsp:txXfrm>
        <a:off x="48547" y="1733815"/>
        <a:ext cx="6127241" cy="897406"/>
      </dsp:txXfrm>
    </dsp:sp>
    <dsp:sp modelId="{4164F9C6-43B6-4F60-84BC-0C3BEBDCF479}">
      <dsp:nvSpPr>
        <dsp:cNvPr id="0" name=""/>
        <dsp:cNvSpPr/>
      </dsp:nvSpPr>
      <dsp:spPr>
        <a:xfrm>
          <a:off x="0" y="2751768"/>
          <a:ext cx="6224335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b="0" i="0" kern="1200" dirty="0"/>
            <a:t>“Agile means embracing manifesto values”</a:t>
          </a:r>
          <a:endParaRPr lang="en-US" sz="2500" kern="1200" dirty="0"/>
        </a:p>
      </dsp:txBody>
      <dsp:txXfrm>
        <a:off x="48547" y="2800315"/>
        <a:ext cx="6127241" cy="897406"/>
      </dsp:txXfrm>
    </dsp:sp>
    <dsp:sp modelId="{42A814DE-F1BC-409D-A311-6A11E67443A5}">
      <dsp:nvSpPr>
        <dsp:cNvPr id="0" name=""/>
        <dsp:cNvSpPr/>
      </dsp:nvSpPr>
      <dsp:spPr>
        <a:xfrm>
          <a:off x="0" y="3818268"/>
          <a:ext cx="6224335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b="0" i="0" kern="1200" dirty="0"/>
            <a:t>“Agile is about continuous improvement”</a:t>
          </a:r>
          <a:endParaRPr lang="en-US" sz="2500" kern="1200" dirty="0"/>
        </a:p>
      </dsp:txBody>
      <dsp:txXfrm>
        <a:off x="48547" y="3866815"/>
        <a:ext cx="6127241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49D62-526F-44D1-A2EB-262A7021DF1A}">
      <dsp:nvSpPr>
        <dsp:cNvPr id="0" name=""/>
        <dsp:cNvSpPr/>
      </dsp:nvSpPr>
      <dsp:spPr>
        <a:xfrm>
          <a:off x="62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AA76F-FC65-4C4C-9CDC-B2A8F8CE8946}">
      <dsp:nvSpPr>
        <dsp:cNvPr id="0" name=""/>
        <dsp:cNvSpPr/>
      </dsp:nvSpPr>
      <dsp:spPr>
        <a:xfrm>
          <a:off x="12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Principles</a:t>
          </a:r>
          <a:endParaRPr lang="en-US" sz="2300" kern="1200"/>
        </a:p>
      </dsp:txBody>
      <dsp:txXfrm>
        <a:off x="127800" y="2355670"/>
        <a:ext cx="1800000" cy="720000"/>
      </dsp:txXfrm>
    </dsp:sp>
    <dsp:sp modelId="{F671DB80-D219-4E6E-A9E5-3912353F89B0}">
      <dsp:nvSpPr>
        <dsp:cNvPr id="0" name=""/>
        <dsp:cNvSpPr/>
      </dsp:nvSpPr>
      <dsp:spPr>
        <a:xfrm>
          <a:off x="273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C2B38-9914-43B0-A268-D19E548B4B20}">
      <dsp:nvSpPr>
        <dsp:cNvPr id="0" name=""/>
        <dsp:cNvSpPr/>
      </dsp:nvSpPr>
      <dsp:spPr>
        <a:xfrm>
          <a:off x="224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Incremental &amp; Iterative</a:t>
          </a:r>
          <a:endParaRPr lang="en-US" sz="2300" kern="1200"/>
        </a:p>
      </dsp:txBody>
      <dsp:txXfrm>
        <a:off x="2242800" y="2355670"/>
        <a:ext cx="1800000" cy="720000"/>
      </dsp:txXfrm>
    </dsp:sp>
    <dsp:sp modelId="{05031A4F-8C48-44D9-9827-4B3AB02A14C6}">
      <dsp:nvSpPr>
        <dsp:cNvPr id="0" name=""/>
        <dsp:cNvSpPr/>
      </dsp:nvSpPr>
      <dsp:spPr>
        <a:xfrm>
          <a:off x="485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4E104-E759-4A74-B8CD-11BA16751428}">
      <dsp:nvSpPr>
        <dsp:cNvPr id="0" name=""/>
        <dsp:cNvSpPr/>
      </dsp:nvSpPr>
      <dsp:spPr>
        <a:xfrm>
          <a:off x="435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Embracing Failure</a:t>
          </a:r>
          <a:endParaRPr lang="en-US" sz="2300" kern="1200"/>
        </a:p>
      </dsp:txBody>
      <dsp:txXfrm>
        <a:off x="4357800" y="2355670"/>
        <a:ext cx="1800000" cy="720000"/>
      </dsp:txXfrm>
    </dsp:sp>
    <dsp:sp modelId="{46F4EC68-053F-45F9-AC2F-F83F2EEED964}">
      <dsp:nvSpPr>
        <dsp:cNvPr id="0" name=""/>
        <dsp:cNvSpPr/>
      </dsp:nvSpPr>
      <dsp:spPr>
        <a:xfrm>
          <a:off x="696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61398-11ED-4EAC-8410-B2D83E4F5EBF}">
      <dsp:nvSpPr>
        <dsp:cNvPr id="0" name=""/>
        <dsp:cNvSpPr/>
      </dsp:nvSpPr>
      <dsp:spPr>
        <a:xfrm>
          <a:off x="647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Effective Teams</a:t>
          </a:r>
          <a:endParaRPr lang="en-US" sz="2300" kern="1200"/>
        </a:p>
      </dsp:txBody>
      <dsp:txXfrm>
        <a:off x="6472800" y="2355670"/>
        <a:ext cx="1800000" cy="720000"/>
      </dsp:txXfrm>
    </dsp:sp>
    <dsp:sp modelId="{1807089C-B286-4384-A9EC-5BBC94B2FF4F}">
      <dsp:nvSpPr>
        <dsp:cNvPr id="0" name=""/>
        <dsp:cNvSpPr/>
      </dsp:nvSpPr>
      <dsp:spPr>
        <a:xfrm>
          <a:off x="908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A45F9-0575-46DA-99DE-297577E493E0}">
      <dsp:nvSpPr>
        <dsp:cNvPr id="0" name=""/>
        <dsp:cNvSpPr/>
      </dsp:nvSpPr>
      <dsp:spPr>
        <a:xfrm>
          <a:off x="858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Leadership &amp; Purpose</a:t>
          </a:r>
          <a:endParaRPr lang="en-US" sz="2300" kern="1200"/>
        </a:p>
      </dsp:txBody>
      <dsp:txXfrm>
        <a:off x="8587800" y="2355670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B5A31-C688-4AB2-BA16-AA0DEE93987C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DC57C-2A83-45E5-A5EA-9D758175DC8A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412D52-2F91-4FB9-80C2-2A6805336E3E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Waterfall or Agile:</a:t>
          </a:r>
          <a:r>
            <a:rPr lang="en-CA" sz="1900" kern="1200" dirty="0"/>
            <a:t> Know the context</a:t>
          </a:r>
          <a:endParaRPr lang="en-US" sz="1900" kern="1200" dirty="0"/>
        </a:p>
      </dsp:txBody>
      <dsp:txXfrm>
        <a:off x="1172126" y="908559"/>
        <a:ext cx="2114937" cy="897246"/>
      </dsp:txXfrm>
    </dsp:sp>
    <dsp:sp modelId="{20330387-97F4-432B-BC0A-2A9AC87E2BBA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312469-3633-47F0-A73D-A7D9E55718F2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8CA00A-E9CF-4D27-943E-1F560F1CA42A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Defining Agile:</a:t>
          </a:r>
          <a:r>
            <a:rPr lang="en-CA" sz="1900" kern="1200" dirty="0"/>
            <a:t> Know the principles</a:t>
          </a:r>
          <a:endParaRPr lang="en-US" sz="1900" kern="1200" dirty="0"/>
        </a:p>
      </dsp:txBody>
      <dsp:txXfrm>
        <a:off x="4745088" y="908559"/>
        <a:ext cx="2114937" cy="897246"/>
      </dsp:txXfrm>
    </dsp:sp>
    <dsp:sp modelId="{A4960F21-6B59-44D9-9A9E-7512FD030D73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A4867A-5DAB-43E9-BC56-790C25307574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C5960-88A8-4750-9316-8A4FD333D880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Learn by doing:</a:t>
          </a:r>
          <a:r>
            <a:rPr lang="en-CA" sz="1900" b="0" kern="1200" dirty="0"/>
            <a:t> Make h</a:t>
          </a:r>
          <a:r>
            <a:rPr lang="en-CA" sz="1900" kern="1200" dirty="0"/>
            <a:t>ypotheses the atomic unit of work</a:t>
          </a:r>
          <a:endParaRPr lang="en-US" sz="1900" kern="1200" dirty="0"/>
        </a:p>
      </dsp:txBody>
      <dsp:txXfrm>
        <a:off x="8318049" y="908559"/>
        <a:ext cx="2114937" cy="897246"/>
      </dsp:txXfrm>
    </dsp:sp>
    <dsp:sp modelId="{74901466-F332-436C-A991-CE39B3EE25DA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74E44-6DF4-499D-B28E-AC54EFDCB61D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7D066-419D-4FA5-B5B0-95F453386D46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Teams:</a:t>
          </a:r>
          <a:r>
            <a:rPr lang="en-CA" sz="1900" kern="1200" dirty="0"/>
            <a:t> Teams are the fundamental means of delivery</a:t>
          </a:r>
          <a:endParaRPr lang="en-US" sz="1900" kern="1200" dirty="0"/>
        </a:p>
      </dsp:txBody>
      <dsp:txXfrm>
        <a:off x="1172126" y="2545532"/>
        <a:ext cx="2114937" cy="897246"/>
      </dsp:txXfrm>
    </dsp:sp>
    <dsp:sp modelId="{74CBF6D6-F044-4155-8876-6CE91CEFB8C5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A1CD6-023D-4E0C-8024-5DCF51612A79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07F73-0537-4F21-92BF-6D0274D1F0C6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Leadership:</a:t>
          </a:r>
          <a:r>
            <a:rPr lang="en-CA" sz="1900" kern="1200" dirty="0"/>
            <a:t> Nothing happens without leadership</a:t>
          </a:r>
          <a:endParaRPr lang="en-US" sz="1900" kern="1200" dirty="0"/>
        </a:p>
      </dsp:txBody>
      <dsp:txXfrm>
        <a:off x="4745088" y="2545532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44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9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5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44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04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CA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02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92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3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54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0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31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36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26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77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43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16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976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1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736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35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91AB-F383-4237-A071-AD1C6E9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636DA-4FDE-4B32-8CCE-37EFA3E7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7932-8FF0-4DF1-A776-9A3CE376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AB8-C9F1-4DBB-B355-D8DEE37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0E3-D8E8-4766-9104-14009BF5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9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967-18DB-4664-9B4D-06177FB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7174-64B4-4D8F-BF44-3DD1F66C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83D3-86C4-482F-A2DC-B4C55DBF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5BE2-6C23-4CB4-A63E-457E635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7965-24FE-4C07-BE16-69AE439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76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394D-04EF-440C-B08B-114464B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BE3F6-F021-4D6B-8B0D-EF74D746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233C-6806-4593-91C0-CF4ECD84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61E-2D3A-4397-A82C-2F3B981D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7E71-B59F-4260-B01B-2B7CEB0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DFCB-DD40-4637-9CAB-2BAF242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065F-4B44-4622-98EE-166F936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1249-B890-4466-9E24-84A24907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9B4-D282-452F-B78A-FF5873AC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0F13-A139-4B66-9544-16480800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91D0-EC30-4D8C-8764-475D8D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0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AA7D-15D2-4D5F-B1C4-50107341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0A0E-25B9-4E8E-8B0D-201E1C56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B111-0CA0-47CD-9F0B-DBCBA3A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E02D-3176-4B85-ACB6-721F2682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317-BBE1-4F36-82FE-E348F6F1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7DDCB-69F8-49FA-A111-C8AB271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B0CD-1F68-412E-9232-F267114C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B21FC-12CC-472D-BC38-EF413158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51AB-8384-4E67-914C-B39484AD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09660-3861-4545-BF68-9ED039B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D5392-AC3A-4EAF-ADE6-B6CF4B50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79880-BF48-4F4D-B8B3-4E99FC41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98E25-CF37-4F73-9E22-2102381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A0E1-38AB-4FDA-8EC1-2D76179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E424-5A91-4557-9ADF-4A9422A0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935-0427-44CC-A384-333EAD8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DCF6-55CF-43EE-B135-BFC4B4D4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7538E-A112-4E8F-A445-1A06B0C3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D413-9505-4ED8-BFF1-5141BE9E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5B0-4528-4FA2-8472-8F19C0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9FCEF-4406-4552-BFE4-6DA3761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E22C-69D4-49EC-8858-787B3C67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A4341-3C0B-4025-AE17-8F0F8FAB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5FF01-E0B6-419C-ABCC-70844E4E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1218-FFD7-4F25-B220-F5DE5F7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CBFB-34A6-49D8-A1D2-45DF3887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26A4-D33A-486A-B120-648AF3D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678-553E-4A5B-8CFE-5DB358BD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AF303-1F73-4575-83E6-561589F1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EC56-7DCF-400D-A871-C26291E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AC5B-7C77-4F8C-ADB0-8D208A2E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48AF-AB8F-4DD2-BC77-7E2F42AD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ED820-BFE6-41B5-8064-984037A9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27FEA-5359-474A-B4F8-FF510DD74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D33D-563C-4B8C-B8C1-625FF5C5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1877-89FD-46BE-832F-C5660A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675F-CC4D-48CF-90C8-53829EE0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7C8C3-4165-4353-ABF2-492454AF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A46A-3C66-4E4A-9907-225E50AB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8214-A11A-4309-9D51-44F35987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95F3-B757-4FAF-98AA-EDA7D1485485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34EB-8260-4F13-9553-5A8593D9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EF96-E028-4E68-864E-9B77CF9F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5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ytimes.com/interactive/2015/07/03/upshot/a-quick-puzzle-to-test-your-problem-solving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2362"/>
            <a:ext cx="6281928" cy="4135437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Agile Overview</a:t>
            </a: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7928114" y="1232452"/>
            <a:ext cx="3200400" cy="3850919"/>
          </a:xfrm>
        </p:spPr>
        <p:txBody>
          <a:bodyPr anchor="b">
            <a:normAutofit/>
          </a:bodyPr>
          <a:lstStyle/>
          <a:p>
            <a:pPr algn="l"/>
            <a:r>
              <a:rPr lang="en-CA" dirty="0">
                <a:solidFill>
                  <a:srgbClr val="FFFFFF"/>
                </a:solidFill>
              </a:rPr>
              <a:t>@malcolmbastien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43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0" name="Rectangle 74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B9DA5-9A68-4D41-AEC3-BECA9798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38569"/>
            <a:ext cx="10515595" cy="947856"/>
          </a:xfrm>
        </p:spPr>
        <p:txBody>
          <a:bodyPr anchor="b">
            <a:normAutofit/>
          </a:bodyPr>
          <a:lstStyle/>
          <a:p>
            <a:pPr algn="ctr"/>
            <a:r>
              <a:rPr lang="en-CA" sz="4000" dirty="0"/>
              <a:t>Intro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D1C3B4-57DD-4778-A9B1-FF7038B71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675" y="171715"/>
            <a:ext cx="3688526" cy="1871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83A84E-B2C4-4440-AC97-DF70F3E79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40" y="2401018"/>
            <a:ext cx="3792797" cy="1469708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932BEB3-2F77-4A46-82E7-D82A17C9D2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35" r="8351"/>
          <a:stretch/>
        </p:blipFill>
        <p:spPr bwMode="auto">
          <a:xfrm>
            <a:off x="7883201" y="2572981"/>
            <a:ext cx="3792797" cy="112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6D4B3-237E-42F5-B973-D64A7B0DE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0183"/>
            <a:ext cx="10515595" cy="722119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CA" sz="2000" dirty="0"/>
              <a:t>Malcolm Bastien</a:t>
            </a:r>
          </a:p>
          <a:p>
            <a:pPr marL="0" indent="0" algn="ctr">
              <a:buNone/>
            </a:pPr>
            <a:r>
              <a:rPr lang="en-CA" sz="2000" dirty="0"/>
              <a:t>Senior Agile Coach @ Agile by Design</a:t>
            </a:r>
          </a:p>
          <a:p>
            <a:pPr marL="0" indent="0" algn="ctr">
              <a:buNone/>
            </a:pPr>
            <a:r>
              <a:rPr lang="en-CA" sz="2000" dirty="0"/>
              <a:t>KCP - Kanban Coaching Professional</a:t>
            </a:r>
          </a:p>
        </p:txBody>
      </p:sp>
    </p:spTree>
    <p:extLst>
      <p:ext uri="{BB962C8B-B14F-4D97-AF65-F5344CB8AC3E}">
        <p14:creationId xmlns:p14="http://schemas.microsoft.com/office/powerpoint/2010/main" val="3622831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Contents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An Agile Project Management Story</a:t>
            </a:r>
          </a:p>
          <a:p>
            <a:r>
              <a:rPr lang="en-US" sz="2200" dirty="0"/>
              <a:t>When Agile or Waterfall is More Appropriate</a:t>
            </a:r>
          </a:p>
          <a:p>
            <a:r>
              <a:rPr lang="en-US" sz="2200" dirty="0"/>
              <a:t>Defining Agile</a:t>
            </a:r>
          </a:p>
          <a:p>
            <a:r>
              <a:rPr lang="en-US" sz="2200" dirty="0"/>
              <a:t>Keys to Getting the Benefits of Agile</a:t>
            </a:r>
          </a:p>
        </p:txBody>
      </p:sp>
    </p:spTree>
    <p:extLst>
      <p:ext uri="{BB962C8B-B14F-4D97-AF65-F5344CB8AC3E}">
        <p14:creationId xmlns:p14="http://schemas.microsoft.com/office/powerpoint/2010/main" val="162724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2362"/>
            <a:ext cx="6281928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Waterfall vs Agile</a:t>
            </a:r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8114" y="1232452"/>
            <a:ext cx="3200400" cy="38509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Context Specific Methods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8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5000"/>
              <a:t>Conditions when Waterfall 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B2E9F-CE91-4E63-AB53-4B20A3BB1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648012"/>
            <a:ext cx="5458968" cy="3561976"/>
          </a:xfrm>
          <a:prstGeom prst="rect">
            <a:avLst/>
          </a:prstGeom>
        </p:spPr>
      </p:pic>
      <p:sp>
        <p:nvSpPr>
          <p:cNvPr id="6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en-CA" sz="2200" dirty="0"/>
              <a:t>Structured, big batch planning</a:t>
            </a:r>
          </a:p>
          <a:p>
            <a:r>
              <a:rPr lang="en-CA" sz="2200" dirty="0"/>
              <a:t>When deviation from plan is waste or risk</a:t>
            </a:r>
          </a:p>
          <a:p>
            <a:r>
              <a:rPr lang="en-CA" sz="2200" dirty="0"/>
              <a:t>When locking in resources creates efficiencies</a:t>
            </a:r>
          </a:p>
          <a:p>
            <a:r>
              <a:rPr lang="en-CA" sz="2200" dirty="0"/>
              <a:t>“Best” practices</a:t>
            </a:r>
          </a:p>
        </p:txBody>
      </p:sp>
    </p:spTree>
    <p:extLst>
      <p:ext uri="{BB962C8B-B14F-4D97-AF65-F5344CB8AC3E}">
        <p14:creationId xmlns:p14="http://schemas.microsoft.com/office/powerpoint/2010/main" val="2202730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Conditions when Agile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r>
              <a:rPr lang="en-CA" sz="1700" dirty="0"/>
              <a:t>Path to outcomes is non-linear</a:t>
            </a:r>
          </a:p>
          <a:p>
            <a:r>
              <a:rPr lang="en-CA" sz="1700" dirty="0"/>
              <a:t>Following a plan can lead to waste or risk</a:t>
            </a:r>
          </a:p>
          <a:p>
            <a:r>
              <a:rPr lang="en-CA" sz="1700" dirty="0"/>
              <a:t>Pivoting based on learning goals (MVPs)</a:t>
            </a:r>
          </a:p>
          <a:p>
            <a:r>
              <a:rPr lang="en-CA" sz="1700" dirty="0"/>
              <a:t>“Good” practices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4A58DA-0C49-4EB5-A997-96BB6F439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02" y="2405149"/>
            <a:ext cx="10128297" cy="389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663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000"/>
              <a:t>Don’t apply the wrong method in the wrong context</a:t>
            </a:r>
          </a:p>
        </p:txBody>
      </p:sp>
      <p:sp>
        <p:nvSpPr>
          <p:cNvPr id="107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Content Placeholder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CA" sz="2200" dirty="0"/>
              <a:t>Waterfall</a:t>
            </a:r>
          </a:p>
          <a:p>
            <a:pPr lvl="1"/>
            <a:r>
              <a:rPr lang="en-CA" sz="1800" dirty="0"/>
              <a:t>Lock in all flexibility</a:t>
            </a:r>
          </a:p>
          <a:p>
            <a:pPr lvl="1"/>
            <a:r>
              <a:rPr lang="en-CA" sz="1800" dirty="0"/>
              <a:t>Efficiency becomes risk</a:t>
            </a:r>
          </a:p>
          <a:p>
            <a:r>
              <a:rPr lang="en-CA" sz="2200" dirty="0"/>
              <a:t>Agile</a:t>
            </a:r>
          </a:p>
          <a:p>
            <a:pPr lvl="1"/>
            <a:r>
              <a:rPr lang="en-CA" sz="1800" dirty="0"/>
              <a:t>Extra learning processes become waste</a:t>
            </a:r>
          </a:p>
          <a:p>
            <a:pPr lvl="1"/>
            <a:r>
              <a:rPr lang="en-CA" sz="1800" dirty="0"/>
              <a:t>Iterative and frequent delivery not fit for purpose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66C2E-C598-43F9-BF41-6B3750E1F2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1" b="-48"/>
          <a:stretch/>
        </p:blipFill>
        <p:spPr>
          <a:xfrm>
            <a:off x="6542761" y="640080"/>
            <a:ext cx="457154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46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5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What is Agile?</a:t>
            </a:r>
          </a:p>
        </p:txBody>
      </p:sp>
      <p:pic>
        <p:nvPicPr>
          <p:cNvPr id="48" name="Picture 47" descr="Greylag goose in-flight">
            <a:extLst>
              <a:ext uri="{FF2B5EF4-FFF2-40B4-BE49-F238E27FC236}">
                <a16:creationId xmlns:a16="http://schemas.microsoft.com/office/drawing/2014/main" id="{20445165-BD39-4124-812D-D4843BAE05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337" r="39332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4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5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Many Definitions of Agile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0" name="Content Placeholder 2">
            <a:extLst>
              <a:ext uri="{FF2B5EF4-FFF2-40B4-BE49-F238E27FC236}">
                <a16:creationId xmlns:a16="http://schemas.microsoft.com/office/drawing/2014/main" id="{F96AD090-D21E-46E4-9D48-8025DF4BE2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26418" y="552091"/>
          <a:ext cx="6224335" cy="5431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50658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F32CFB-C2F1-4EEA-A729-05EC8DD6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CA" sz="5400" dirty="0"/>
              <a:t>Agile as a Practice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031F149-096C-4F54-A933-F8444949EFC4}"/>
              </a:ext>
            </a:extLst>
          </p:cNvPr>
          <p:cNvSpPr/>
          <p:nvPr/>
        </p:nvSpPr>
        <p:spPr>
          <a:xfrm>
            <a:off x="1058946" y="2066621"/>
            <a:ext cx="2891976" cy="28919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DA10C77-EE64-4921-BAA2-6339D3304719}"/>
              </a:ext>
            </a:extLst>
          </p:cNvPr>
          <p:cNvSpPr/>
          <p:nvPr/>
        </p:nvSpPr>
        <p:spPr>
          <a:xfrm>
            <a:off x="4856359" y="3537093"/>
            <a:ext cx="2891976" cy="289197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4D54432-518C-46DE-B8D0-A485CAD9C7F3}"/>
              </a:ext>
            </a:extLst>
          </p:cNvPr>
          <p:cNvSpPr/>
          <p:nvPr/>
        </p:nvSpPr>
        <p:spPr>
          <a:xfrm>
            <a:off x="8241080" y="1983012"/>
            <a:ext cx="2891976" cy="289197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C17F9247-2BB7-4BEA-8777-F9DF02F23D5B}"/>
              </a:ext>
            </a:extLst>
          </p:cNvPr>
          <p:cNvSpPr/>
          <p:nvPr/>
        </p:nvSpPr>
        <p:spPr>
          <a:xfrm>
            <a:off x="5291156" y="4072435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Teams</a:t>
            </a: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47EB0381-0FA8-48C8-B8BC-6B88B0FBCD16}"/>
              </a:ext>
            </a:extLst>
          </p:cNvPr>
          <p:cNvSpPr/>
          <p:nvPr/>
        </p:nvSpPr>
        <p:spPr>
          <a:xfrm>
            <a:off x="6416484" y="4072435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Projects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889129C2-4CCB-401D-8B48-9F89E280706F}"/>
              </a:ext>
            </a:extLst>
          </p:cNvPr>
          <p:cNvSpPr/>
          <p:nvPr/>
        </p:nvSpPr>
        <p:spPr>
          <a:xfrm>
            <a:off x="5297730" y="5062260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Businesses</a:t>
            </a:r>
            <a:endParaRPr lang="en-CA" sz="1600" dirty="0"/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5D92AF52-C409-4C25-923B-FFF2E300FE3E}"/>
              </a:ext>
            </a:extLst>
          </p:cNvPr>
          <p:cNvSpPr/>
          <p:nvPr/>
        </p:nvSpPr>
        <p:spPr>
          <a:xfrm>
            <a:off x="6473965" y="4980397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Products</a:t>
            </a:r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EE7DC944-605A-42CA-A283-DB35D214F77F}"/>
              </a:ext>
            </a:extLst>
          </p:cNvPr>
          <p:cNvSpPr/>
          <p:nvPr/>
        </p:nvSpPr>
        <p:spPr>
          <a:xfrm>
            <a:off x="1239237" y="2402698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Produce more</a:t>
            </a:r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931EB9DA-A5E2-42F3-A7A6-E9D15976E79D}"/>
              </a:ext>
            </a:extLst>
          </p:cNvPr>
          <p:cNvSpPr/>
          <p:nvPr/>
        </p:nvSpPr>
        <p:spPr>
          <a:xfrm>
            <a:off x="1126697" y="3310660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Reduce costs</a:t>
            </a:r>
          </a:p>
        </p:txBody>
      </p:sp>
      <p:sp>
        <p:nvSpPr>
          <p:cNvPr id="25" name="Rectangle: Folded Corner 24">
            <a:extLst>
              <a:ext uri="{FF2B5EF4-FFF2-40B4-BE49-F238E27FC236}">
                <a16:creationId xmlns:a16="http://schemas.microsoft.com/office/drawing/2014/main" id="{CD61A7AE-0892-4B80-B641-58DBCE0AE61F}"/>
              </a:ext>
            </a:extLst>
          </p:cNvPr>
          <p:cNvSpPr/>
          <p:nvPr/>
        </p:nvSpPr>
        <p:spPr>
          <a:xfrm>
            <a:off x="2448228" y="2198399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Improve quality</a:t>
            </a:r>
          </a:p>
        </p:txBody>
      </p:sp>
      <p:sp>
        <p:nvSpPr>
          <p:cNvPr id="27" name="Rectangle: Folded Corner 26">
            <a:extLst>
              <a:ext uri="{FF2B5EF4-FFF2-40B4-BE49-F238E27FC236}">
                <a16:creationId xmlns:a16="http://schemas.microsoft.com/office/drawing/2014/main" id="{28258C42-920F-43C9-98DA-18CD7188FC42}"/>
              </a:ext>
            </a:extLst>
          </p:cNvPr>
          <p:cNvSpPr/>
          <p:nvPr/>
        </p:nvSpPr>
        <p:spPr>
          <a:xfrm>
            <a:off x="2221388" y="3056395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Produce faster</a:t>
            </a:r>
          </a:p>
        </p:txBody>
      </p:sp>
      <p:sp>
        <p:nvSpPr>
          <p:cNvPr id="31" name="Rectangle: Folded Corner 30">
            <a:extLst>
              <a:ext uri="{FF2B5EF4-FFF2-40B4-BE49-F238E27FC236}">
                <a16:creationId xmlns:a16="http://schemas.microsoft.com/office/drawing/2014/main" id="{7F981635-EAF2-4662-8889-DEA17BD9CB1D}"/>
              </a:ext>
            </a:extLst>
          </p:cNvPr>
          <p:cNvSpPr/>
          <p:nvPr/>
        </p:nvSpPr>
        <p:spPr>
          <a:xfrm>
            <a:off x="9693425" y="2423468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DevOps</a:t>
            </a:r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B921196C-6851-4E09-9272-7B2D90633400}"/>
              </a:ext>
            </a:extLst>
          </p:cNvPr>
          <p:cNvSpPr/>
          <p:nvPr/>
        </p:nvSpPr>
        <p:spPr>
          <a:xfrm>
            <a:off x="8472309" y="2770392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Lean</a:t>
            </a:r>
          </a:p>
        </p:txBody>
      </p:sp>
      <p:sp>
        <p:nvSpPr>
          <p:cNvPr id="33" name="Rectangle: Folded Corner 32">
            <a:extLst>
              <a:ext uri="{FF2B5EF4-FFF2-40B4-BE49-F238E27FC236}">
                <a16:creationId xmlns:a16="http://schemas.microsoft.com/office/drawing/2014/main" id="{62AC970C-48E4-4835-90F3-4DCA98A63378}"/>
              </a:ext>
            </a:extLst>
          </p:cNvPr>
          <p:cNvSpPr/>
          <p:nvPr/>
        </p:nvSpPr>
        <p:spPr>
          <a:xfrm>
            <a:off x="8835026" y="3786179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Kanban</a:t>
            </a:r>
          </a:p>
        </p:txBody>
      </p:sp>
      <p:sp>
        <p:nvSpPr>
          <p:cNvPr id="34" name="Rectangle: Folded Corner 33">
            <a:extLst>
              <a:ext uri="{FF2B5EF4-FFF2-40B4-BE49-F238E27FC236}">
                <a16:creationId xmlns:a16="http://schemas.microsoft.com/office/drawing/2014/main" id="{BE94E572-52F2-4ED3-A1F5-BA01E634A50D}"/>
              </a:ext>
            </a:extLst>
          </p:cNvPr>
          <p:cNvSpPr/>
          <p:nvPr/>
        </p:nvSpPr>
        <p:spPr>
          <a:xfrm>
            <a:off x="9941735" y="3585753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Scrum</a:t>
            </a:r>
          </a:p>
        </p:txBody>
      </p:sp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15CA0191-3BB1-4ABF-B898-E3C3C9E82DDF}"/>
              </a:ext>
            </a:extLst>
          </p:cNvPr>
          <p:cNvSpPr/>
          <p:nvPr/>
        </p:nvSpPr>
        <p:spPr>
          <a:xfrm>
            <a:off x="2188171" y="4007496"/>
            <a:ext cx="914400" cy="8046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Reduce risk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15F25FC0-F1ED-43BF-BF85-F0A14AE9E827}"/>
              </a:ext>
            </a:extLst>
          </p:cNvPr>
          <p:cNvCxnSpPr>
            <a:cxnSpLocks/>
            <a:stCxn id="29" idx="1"/>
            <a:endCxn id="30" idx="6"/>
          </p:cNvCxnSpPr>
          <p:nvPr/>
        </p:nvCxnSpPr>
        <p:spPr>
          <a:xfrm rot="16200000" flipV="1">
            <a:off x="4391399" y="3072132"/>
            <a:ext cx="448004" cy="1328957"/>
          </a:xfrm>
          <a:prstGeom prst="curvedConnector2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3170077E-EF97-4C0F-A14E-030E1C4EFAB3}"/>
              </a:ext>
            </a:extLst>
          </p:cNvPr>
          <p:cNvCxnSpPr>
            <a:cxnSpLocks/>
            <a:stCxn id="29" idx="6"/>
            <a:endCxn id="10" idx="3"/>
          </p:cNvCxnSpPr>
          <p:nvPr/>
        </p:nvCxnSpPr>
        <p:spPr>
          <a:xfrm flipV="1">
            <a:off x="7748335" y="4451468"/>
            <a:ext cx="916265" cy="531613"/>
          </a:xfrm>
          <a:prstGeom prst="curvedConnector2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F54AC17F-4B3F-4A57-8CC1-BBA90B14B28B}"/>
              </a:ext>
            </a:extLst>
          </p:cNvPr>
          <p:cNvCxnSpPr>
            <a:cxnSpLocks/>
            <a:stCxn id="10" idx="1"/>
            <a:endCxn id="30" idx="7"/>
          </p:cNvCxnSpPr>
          <p:nvPr/>
        </p:nvCxnSpPr>
        <p:spPr>
          <a:xfrm rot="16200000" flipH="1" flipV="1">
            <a:off x="6054196" y="-120263"/>
            <a:ext cx="83609" cy="5137198"/>
          </a:xfrm>
          <a:prstGeom prst="curvedConnector3">
            <a:avLst>
              <a:gd name="adj1" fmla="val -324271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92874C0-0F65-43D4-B76D-857E07C323BD}"/>
              </a:ext>
            </a:extLst>
          </p:cNvPr>
          <p:cNvSpPr txBox="1"/>
          <p:nvPr/>
        </p:nvSpPr>
        <p:spPr>
          <a:xfrm>
            <a:off x="1446651" y="4972503"/>
            <a:ext cx="1758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1. Outcomes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EC6857-1A82-4C6E-B79D-5AE88FBDD6D2}"/>
              </a:ext>
            </a:extLst>
          </p:cNvPr>
          <p:cNvSpPr txBox="1"/>
          <p:nvPr/>
        </p:nvSpPr>
        <p:spPr>
          <a:xfrm>
            <a:off x="5574273" y="3070243"/>
            <a:ext cx="1431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2. Objects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FB4288-EF5D-4A54-A6FB-4882ACB192FA}"/>
              </a:ext>
            </a:extLst>
          </p:cNvPr>
          <p:cNvSpPr txBox="1"/>
          <p:nvPr/>
        </p:nvSpPr>
        <p:spPr>
          <a:xfrm>
            <a:off x="9166756" y="4853779"/>
            <a:ext cx="1609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3. Methods</a:t>
            </a:r>
          </a:p>
        </p:txBody>
      </p:sp>
      <p:sp>
        <p:nvSpPr>
          <p:cNvPr id="37" name="Rectangle: Folded Corner 36">
            <a:extLst>
              <a:ext uri="{FF2B5EF4-FFF2-40B4-BE49-F238E27FC236}">
                <a16:creationId xmlns:a16="http://schemas.microsoft.com/office/drawing/2014/main" id="{7B490901-6AE3-4F73-A41D-C53337964A38}"/>
              </a:ext>
            </a:extLst>
          </p:cNvPr>
          <p:cNvSpPr/>
          <p:nvPr/>
        </p:nvSpPr>
        <p:spPr>
          <a:xfrm>
            <a:off x="3272534" y="3045030"/>
            <a:ext cx="914400" cy="804672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/>
              <a:t>Increase learning</a:t>
            </a:r>
          </a:p>
        </p:txBody>
      </p:sp>
    </p:spTree>
    <p:extLst>
      <p:ext uri="{BB962C8B-B14F-4D97-AF65-F5344CB8AC3E}">
        <p14:creationId xmlns:p14="http://schemas.microsoft.com/office/powerpoint/2010/main" val="293458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C825C-E984-4697-BDA1-EB13435E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do we get the benefits?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FCD229-6C7A-4C4F-B0E2-656BEB3008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14679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9C5A2-0B37-44E7-AF74-3B8E84EC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CA" sz="5400" dirty="0"/>
              <a:t>Principles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CDB2A-AA99-4E34-9F41-21B989641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Autofit/>
          </a:bodyPr>
          <a:lstStyle/>
          <a:p>
            <a:r>
              <a:rPr lang="en-US" sz="2400" b="0" i="0" dirty="0">
                <a:solidFill>
                  <a:srgbClr val="1A1A1A"/>
                </a:solidFill>
                <a:effectLst/>
                <a:latin typeface="OpenSans"/>
              </a:rPr>
              <a:t>Guide your choices, decisions and actions</a:t>
            </a:r>
          </a:p>
          <a:p>
            <a:r>
              <a:rPr lang="en-US" sz="2400" b="0" i="0" dirty="0">
                <a:solidFill>
                  <a:srgbClr val="1A1A1A"/>
                </a:solidFill>
                <a:effectLst/>
                <a:latin typeface="OpenSans"/>
              </a:rPr>
              <a:t>Generally applicable across many situations</a:t>
            </a:r>
          </a:p>
          <a:p>
            <a:r>
              <a:rPr lang="en-US" sz="2400" b="0" i="0" dirty="0">
                <a:solidFill>
                  <a:srgbClr val="1A1A1A"/>
                </a:solidFill>
                <a:effectLst/>
                <a:latin typeface="OpenSans"/>
              </a:rPr>
              <a:t>Examples:</a:t>
            </a:r>
          </a:p>
          <a:p>
            <a:pPr lvl="1"/>
            <a:r>
              <a:rPr lang="en-US" sz="1400" b="0" i="0" dirty="0">
                <a:solidFill>
                  <a:srgbClr val="1A1A1A"/>
                </a:solidFill>
                <a:effectLst/>
                <a:latin typeface="OpenSans"/>
              </a:rPr>
              <a:t>“Effectiveness over efficiency”</a:t>
            </a:r>
          </a:p>
          <a:p>
            <a:pPr lvl="1"/>
            <a:r>
              <a:rPr lang="en-US" sz="1400" b="0" i="0" dirty="0">
                <a:solidFill>
                  <a:srgbClr val="1A1A1A"/>
                </a:solidFill>
                <a:effectLst/>
                <a:latin typeface="OpenSans"/>
              </a:rPr>
              <a:t>“Focus on user needs”</a:t>
            </a:r>
          </a:p>
          <a:p>
            <a:pPr lvl="1"/>
            <a:r>
              <a:rPr lang="en-US" sz="1400" b="0" i="0" dirty="0">
                <a:solidFill>
                  <a:srgbClr val="1A1A1A"/>
                </a:solidFill>
                <a:effectLst/>
                <a:latin typeface="OpenSans"/>
              </a:rPr>
              <a:t>“People over process”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65185C-87FC-44B2-A27F-7E1D6E56B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046" y="163481"/>
            <a:ext cx="5289400" cy="2934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7088DB-632A-4695-ACCB-8A5C1F0E7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046" y="3516171"/>
            <a:ext cx="5289400" cy="279835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DDDC775-573C-4ABE-B2A0-8F588A847C3D}"/>
              </a:ext>
            </a:extLst>
          </p:cNvPr>
          <p:cNvSpPr txBox="1"/>
          <p:nvPr/>
        </p:nvSpPr>
        <p:spPr>
          <a:xfrm>
            <a:off x="7051092" y="6314525"/>
            <a:ext cx="19913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200" dirty="0"/>
              <a:t>https://modernagile.org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116D67-D5DE-40EF-AA39-068F0C752E0F}"/>
              </a:ext>
            </a:extLst>
          </p:cNvPr>
          <p:cNvSpPr txBox="1"/>
          <p:nvPr/>
        </p:nvSpPr>
        <p:spPr>
          <a:xfrm>
            <a:off x="7051092" y="3110820"/>
            <a:ext cx="19913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200" dirty="0"/>
              <a:t>https://heartofagile.com</a:t>
            </a:r>
          </a:p>
        </p:txBody>
      </p:sp>
    </p:spTree>
    <p:extLst>
      <p:ext uri="{BB962C8B-B14F-4D97-AF65-F5344CB8AC3E}">
        <p14:creationId xmlns:p14="http://schemas.microsoft.com/office/powerpoint/2010/main" val="1000713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60A06-9B43-42C0-B9C6-03D56123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Autofit/>
          </a:bodyPr>
          <a:lstStyle/>
          <a:p>
            <a:r>
              <a:rPr lang="en-CA" sz="4000" dirty="0"/>
              <a:t>Work Incrementally </a:t>
            </a:r>
            <a:r>
              <a:rPr lang="en-CA" sz="4000" b="1" dirty="0"/>
              <a:t>and</a:t>
            </a:r>
            <a:r>
              <a:rPr lang="en-CA" sz="4000" dirty="0"/>
              <a:t> Iteratively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401273B9-9DDB-411E-8BFB-7696A31F5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Incremental:</a:t>
            </a:r>
          </a:p>
          <a:p>
            <a:pPr lvl="1"/>
            <a:r>
              <a:rPr lang="en-US" sz="1800" dirty="0"/>
              <a:t>“Don’t do it all at once”</a:t>
            </a:r>
          </a:p>
          <a:p>
            <a:r>
              <a:rPr lang="en-US" sz="2200" dirty="0"/>
              <a:t>Iterative:</a:t>
            </a:r>
          </a:p>
          <a:p>
            <a:pPr lvl="1"/>
            <a:r>
              <a:rPr lang="en-US" sz="1800" dirty="0"/>
              <a:t>“Don’t try to get it right the first time”</a:t>
            </a:r>
          </a:p>
          <a:p>
            <a:r>
              <a:rPr lang="en-US" sz="2200" dirty="0"/>
              <a:t>Gives more options on what to work on next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84F535-9857-4E36-B656-817010704ED2}"/>
              </a:ext>
            </a:extLst>
          </p:cNvPr>
          <p:cNvSpPr txBox="1"/>
          <p:nvPr/>
        </p:nvSpPr>
        <p:spPr>
          <a:xfrm>
            <a:off x="3096957" y="6322684"/>
            <a:ext cx="49007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https://itsadeliverything.com/revisiting-the-iterative-incremental-mona-lisa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31E52D2-22D2-4D7D-84DF-25A5C6324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47" b="4176"/>
          <a:stretch/>
        </p:blipFill>
        <p:spPr bwMode="auto">
          <a:xfrm>
            <a:off x="5547331" y="861264"/>
            <a:ext cx="6227984" cy="460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F42834-B055-4F13-A473-D6E83144A73E}"/>
              </a:ext>
            </a:extLst>
          </p:cNvPr>
          <p:cNvSpPr/>
          <p:nvPr/>
        </p:nvSpPr>
        <p:spPr>
          <a:xfrm>
            <a:off x="4883669" y="2190541"/>
            <a:ext cx="1044858" cy="1127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2998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389CC-A431-42F8-8FD8-2227A901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Learning comes from doing</a:t>
            </a:r>
            <a:endParaRPr lang="en-CA" sz="3800" dirty="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AD3305B-2F49-4B67-BB32-3B465525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Doing generates new information</a:t>
            </a:r>
          </a:p>
          <a:p>
            <a:r>
              <a:rPr lang="en-US" sz="2200" dirty="0"/>
              <a:t>We want to maximize learning</a:t>
            </a:r>
          </a:p>
          <a:p>
            <a:r>
              <a:rPr lang="en-US" sz="2200" dirty="0"/>
              <a:t>Treat work as hypotheses to be validated</a:t>
            </a:r>
          </a:p>
          <a:p>
            <a:r>
              <a:rPr lang="en-US" sz="2200" dirty="0"/>
              <a:t>Enablers:</a:t>
            </a:r>
          </a:p>
          <a:p>
            <a:pPr lvl="1"/>
            <a:r>
              <a:rPr lang="en-US" sz="2000" dirty="0"/>
              <a:t>Small batches</a:t>
            </a:r>
          </a:p>
          <a:p>
            <a:pPr lvl="1"/>
            <a:r>
              <a:rPr lang="en-US" sz="2000" dirty="0"/>
              <a:t>Small teams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13958E-9EBF-4544-9E7A-30C043620A6A}"/>
              </a:ext>
            </a:extLst>
          </p:cNvPr>
          <p:cNvSpPr txBox="1"/>
          <p:nvPr/>
        </p:nvSpPr>
        <p:spPr>
          <a:xfrm>
            <a:off x="3880184" y="6389010"/>
            <a:ext cx="4431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http://www.agilemodeling.com/essays/costOfChange.htm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190D9-BE03-4CFC-A6E9-376FE2C156CB}"/>
              </a:ext>
            </a:extLst>
          </p:cNvPr>
          <p:cNvSpPr txBox="1"/>
          <p:nvPr/>
        </p:nvSpPr>
        <p:spPr>
          <a:xfrm>
            <a:off x="6911787" y="1311694"/>
            <a:ext cx="3230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Agile Cost of Change Curve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292819-2B11-4EE0-9CC7-CD0CC3E10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651" y="1869453"/>
            <a:ext cx="7165340" cy="38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14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3D1AD-FECB-4CD2-AC7C-C9E3A69F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Numbers Game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1D9C634D-ECBF-4A02-BF97-544629243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998388"/>
            <a:ext cx="7214616" cy="4833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97CB51-D8B0-4ED1-9A1F-277A7EBF71B5}"/>
              </a:ext>
            </a:extLst>
          </p:cNvPr>
          <p:cNvSpPr txBox="1"/>
          <p:nvPr/>
        </p:nvSpPr>
        <p:spPr>
          <a:xfrm>
            <a:off x="2036880" y="6344996"/>
            <a:ext cx="8118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hlinkClick r:id="rId4"/>
              </a:rPr>
              <a:t>https://www.nytimes.com/interactive/2015/07/03/upshot/a-quick-puzzle-to-test-your-problem-solving.html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1273052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13194-39E1-4ABA-AC93-C9B421C2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CA" sz="4000" dirty="0"/>
              <a:t>A Culture that Embraces Failure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76FB2-730E-4EB8-8284-765E824EE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15768"/>
            <a:ext cx="4818888" cy="3547872"/>
          </a:xfrm>
        </p:spPr>
        <p:txBody>
          <a:bodyPr anchor="t">
            <a:normAutofit/>
          </a:bodyPr>
          <a:lstStyle/>
          <a:p>
            <a:r>
              <a:rPr lang="en-CA" sz="2200" dirty="0"/>
              <a:t>“Only new failures generate information”</a:t>
            </a:r>
            <a:r>
              <a:rPr lang="en-CA" sz="2200" baseline="30000" dirty="0"/>
              <a:t>1</a:t>
            </a:r>
            <a:endParaRPr lang="en-CA" sz="2200" dirty="0"/>
          </a:p>
          <a:p>
            <a:r>
              <a:rPr lang="en-CA" sz="2200" dirty="0"/>
              <a:t>Accept small failures in order to avoid big ones</a:t>
            </a:r>
          </a:p>
          <a:p>
            <a:r>
              <a:rPr lang="en-CA" sz="2200" dirty="0"/>
              <a:t>Requires the right environment</a:t>
            </a:r>
          </a:p>
          <a:p>
            <a:pPr lvl="1"/>
            <a:r>
              <a:rPr lang="en-CA" sz="2000" dirty="0"/>
              <a:t>Psychological</a:t>
            </a:r>
            <a:r>
              <a:rPr lang="en-CA" sz="2200" dirty="0"/>
              <a:t> safety</a:t>
            </a:r>
          </a:p>
          <a:p>
            <a:r>
              <a:rPr lang="en-CA" sz="2200" dirty="0"/>
              <a:t>Fast feedback enables fast learning</a:t>
            </a:r>
          </a:p>
          <a:p>
            <a:pPr marL="0" indent="0">
              <a:buNone/>
            </a:pPr>
            <a:endParaRPr lang="en-CA" sz="2200" dirty="0"/>
          </a:p>
        </p:txBody>
      </p:sp>
      <p:pic>
        <p:nvPicPr>
          <p:cNvPr id="5" name="Graphic 4" descr="Clipboard All Crosses with solid fill">
            <a:extLst>
              <a:ext uri="{FF2B5EF4-FFF2-40B4-BE49-F238E27FC236}">
                <a16:creationId xmlns:a16="http://schemas.microsoft.com/office/drawing/2014/main" id="{17109EEB-FDB0-419F-9B5F-6DB8F69F7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83DF494-15C7-4FAB-A5BF-23D3810663DA}"/>
              </a:ext>
            </a:extLst>
          </p:cNvPr>
          <p:cNvSpPr txBox="1"/>
          <p:nvPr/>
        </p:nvSpPr>
        <p:spPr>
          <a:xfrm>
            <a:off x="439446" y="6379499"/>
            <a:ext cx="3662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Inter"/>
              </a:rPr>
              <a:t>1. The Principles of Product Development Flow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2823600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7CA85-9D8C-4AA8-A6DD-5B0FBA00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latin typeface="+mj-lt"/>
                <a:ea typeface="+mj-ea"/>
                <a:cs typeface="+mj-cs"/>
              </a:rPr>
              <a:t>Effective Teams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F41F40F-AE69-437B-A249-87AF8341A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Teams matter more than individuals</a:t>
            </a:r>
          </a:p>
          <a:p>
            <a:r>
              <a:rPr lang="en-US" sz="2200" dirty="0"/>
              <a:t>Think about conditions</a:t>
            </a:r>
          </a:p>
          <a:p>
            <a:r>
              <a:rPr lang="en-US" sz="2200" dirty="0"/>
              <a:t>A team is not just a group of people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8E10CD1B-4B17-44D5-9B6A-CB3F66E32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004068"/>
            <a:ext cx="6903720" cy="484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02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3A69F-7D15-4504-9A86-D72FEC76B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CA" sz="5000"/>
              <a:t>Leadership and Purpose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3D1A318-B567-4A8E-BCF1-51E9D12F6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1463772"/>
            <a:ext cx="5458968" cy="3930456"/>
          </a:xfrm>
          <a:prstGeom prst="rect">
            <a:avLst/>
          </a:prstGeom>
        </p:spPr>
      </p:pic>
      <p:sp>
        <p:nvSpPr>
          <p:cNvPr id="1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8F643648-8C51-46D8-A53C-D14A8B436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en-US" sz="2200" dirty="0"/>
              <a:t>All change requires leadership</a:t>
            </a:r>
          </a:p>
          <a:p>
            <a:r>
              <a:rPr lang="en-US" sz="2200" dirty="0"/>
              <a:t>Establish direction</a:t>
            </a:r>
          </a:p>
          <a:p>
            <a:r>
              <a:rPr lang="en-US" sz="2200" dirty="0"/>
              <a:t>Create culture through your 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8CD4B-8EB3-4DCE-996B-FCB7BB4495F5}"/>
              </a:ext>
            </a:extLst>
          </p:cNvPr>
          <p:cNvSpPr txBox="1"/>
          <p:nvPr/>
        </p:nvSpPr>
        <p:spPr>
          <a:xfrm>
            <a:off x="1839349" y="6382949"/>
            <a:ext cx="8501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Henrik Kniberg, Spotify - The </a:t>
            </a:r>
            <a:r>
              <a:rPr lang="en-US" sz="1400" dirty="0" err="1"/>
              <a:t>unproject</a:t>
            </a:r>
            <a:r>
              <a:rPr lang="en-US" sz="1400" dirty="0"/>
              <a:t> culture, </a:t>
            </a:r>
            <a:r>
              <a:rPr lang="en-CA" sz="1400" dirty="0"/>
              <a:t>https://blog.crisp.se/wp-content/uploads/2014/03/unproject.pdf</a:t>
            </a:r>
          </a:p>
        </p:txBody>
      </p:sp>
    </p:spTree>
    <p:extLst>
      <p:ext uri="{BB962C8B-B14F-4D97-AF65-F5344CB8AC3E}">
        <p14:creationId xmlns:p14="http://schemas.microsoft.com/office/powerpoint/2010/main" val="3089406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" name="Rectangle 7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98AB1-0398-4745-A99B-00B562313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CA" sz="5400" dirty="0"/>
              <a:t>Agile BS</a:t>
            </a:r>
          </a:p>
        </p:txBody>
      </p:sp>
      <p:sp>
        <p:nvSpPr>
          <p:cNvPr id="104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Content Placeholder 1029">
            <a:extLst>
              <a:ext uri="{FF2B5EF4-FFF2-40B4-BE49-F238E27FC236}">
                <a16:creationId xmlns:a16="http://schemas.microsoft.com/office/drawing/2014/main" id="{8ACFB1BE-D1BE-495B-A9CE-B6102A787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Emphasize the principles over methodologies</a:t>
            </a:r>
          </a:p>
          <a:p>
            <a:r>
              <a:rPr lang="en-US" sz="2200" dirty="0"/>
              <a:t>Avoid companies that want to do Agile, but not really change</a:t>
            </a:r>
          </a:p>
        </p:txBody>
      </p:sp>
      <p:pic>
        <p:nvPicPr>
          <p:cNvPr id="1026" name="Picture 2" descr="The U.S. Department of Defense on How to Detect 'Agile BS' – The New Stack">
            <a:extLst>
              <a:ext uri="{FF2B5EF4-FFF2-40B4-BE49-F238E27FC236}">
                <a16:creationId xmlns:a16="http://schemas.microsoft.com/office/drawing/2014/main" id="{FEEEB58B-558E-4989-B50D-8E6BCFEA7E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1"/>
          <a:stretch/>
        </p:blipFill>
        <p:spPr bwMode="auto">
          <a:xfrm>
            <a:off x="4654296" y="1193945"/>
            <a:ext cx="6903720" cy="462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5E1AD94-C585-4E96-898F-40CB864C5ECF}"/>
              </a:ext>
            </a:extLst>
          </p:cNvPr>
          <p:cNvSpPr txBox="1"/>
          <p:nvPr/>
        </p:nvSpPr>
        <p:spPr>
          <a:xfrm>
            <a:off x="964532" y="6279195"/>
            <a:ext cx="10262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DIB Guide: Detecting Agile BS - https://media.defense.gov/2018/Oct/09/2002049591/-1/-1/0/DIB_DETECTING_AGILE_BS_2018.10.05.PDF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244284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4DEB-F89A-4D8D-AF73-8E39E72F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Summary</a:t>
            </a:r>
            <a:endParaRPr lang="en-CA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72E4ABE6-0845-4535-9F7B-FED0B500F6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1192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1794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Web9362</Template>
  <TotalTime>2060</TotalTime>
  <Words>602</Words>
  <Application>Microsoft Office PowerPoint</Application>
  <PresentationFormat>Widescreen</PresentationFormat>
  <Paragraphs>133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Inter</vt:lpstr>
      <vt:lpstr>OpenSans</vt:lpstr>
      <vt:lpstr>Office Theme</vt:lpstr>
      <vt:lpstr>Agile Overview</vt:lpstr>
      <vt:lpstr>Intro</vt:lpstr>
      <vt:lpstr>Contents</vt:lpstr>
      <vt:lpstr>Waterfall vs Agile</vt:lpstr>
      <vt:lpstr>Conditions when Waterfall works</vt:lpstr>
      <vt:lpstr>Conditions when Agile works</vt:lpstr>
      <vt:lpstr>Don’t apply the wrong method in the wrong context</vt:lpstr>
      <vt:lpstr>What is Agile?</vt:lpstr>
      <vt:lpstr>Many Definitions of Agile</vt:lpstr>
      <vt:lpstr>Agile as a Practice</vt:lpstr>
      <vt:lpstr>How do we get the benefits?</vt:lpstr>
      <vt:lpstr>Principles</vt:lpstr>
      <vt:lpstr>Work Incrementally and Iteratively</vt:lpstr>
      <vt:lpstr>Learning comes from doing</vt:lpstr>
      <vt:lpstr>The Numbers Game</vt:lpstr>
      <vt:lpstr>A Culture that Embraces Failure</vt:lpstr>
      <vt:lpstr>Effective Teams</vt:lpstr>
      <vt:lpstr>Leadership and Purpose</vt:lpstr>
      <vt:lpstr>Agile BS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Here's your outline to get started</dc:title>
  <dc:creator>Malcolm Bastien</dc:creator>
  <cp:lastModifiedBy>Malcolm Bastien</cp:lastModifiedBy>
  <cp:revision>2</cp:revision>
  <dcterms:created xsi:type="dcterms:W3CDTF">2021-03-16T17:53:08Z</dcterms:created>
  <dcterms:modified xsi:type="dcterms:W3CDTF">2023-05-08T17:23:16Z</dcterms:modified>
</cp:coreProperties>
</file>